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5" r:id="rId6"/>
    <p:sldId id="260" r:id="rId7"/>
    <p:sldId id="266" r:id="rId8"/>
    <p:sldId id="261" r:id="rId9"/>
    <p:sldId id="267" r:id="rId10"/>
    <p:sldId id="262" r:id="rId11"/>
    <p:sldId id="268" r:id="rId12"/>
    <p:sldId id="271" r:id="rId13"/>
    <p:sldId id="263" r:id="rId14"/>
    <p:sldId id="264" r:id="rId15"/>
    <p:sldId id="269"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p:kiosk/>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098"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2426" y="2895600"/>
            <a:ext cx="4572000" cy="13687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Rectangle 14"/>
          <p:cNvSpPr/>
          <p:nvPr/>
        </p:nvSpPr>
        <p:spPr>
          <a:xfrm>
            <a:off x="0" y="4743451"/>
            <a:ext cx="9144000" cy="21145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0" y="4714875"/>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Date Placeholder 21"/>
          <p:cNvSpPr>
            <a:spLocks noGrp="1"/>
          </p:cNvSpPr>
          <p:nvPr>
            <p:ph type="dt" sz="half" idx="10"/>
          </p:nvPr>
        </p:nvSpPr>
        <p:spPr/>
        <p:txBody>
          <a:bodyPr/>
          <a:lstStyle/>
          <a:p>
            <a:fld id="{29B1FE57-92C4-46C9-9E31-E557866C6851}" type="datetimeFigureOut">
              <a:rPr lang="en-US" smtClean="0"/>
              <a:t>11/6/2014</a:t>
            </a:fld>
            <a:endParaRPr lang="en-US"/>
          </a:p>
        </p:txBody>
      </p:sp>
      <p:sp>
        <p:nvSpPr>
          <p:cNvPr id="23" name="Slide Number Placeholder 22"/>
          <p:cNvSpPr>
            <a:spLocks noGrp="1"/>
          </p:cNvSpPr>
          <p:nvPr>
            <p:ph type="sldNum" sz="quarter" idx="11"/>
          </p:nvPr>
        </p:nvSpPr>
        <p:spPr/>
        <p:txBody>
          <a:bodyPr/>
          <a:lstStyle/>
          <a:p>
            <a:fld id="{78B30AA6-890F-461F-A4F6-9E2FF017A097}" type="slidenum">
              <a:rPr lang="en-US" smtClean="0"/>
              <a:t>‹#›</a:t>
            </a:fld>
            <a:endParaRPr lang="en-US"/>
          </a:p>
        </p:txBody>
      </p:sp>
      <p:sp>
        <p:nvSpPr>
          <p:cNvPr id="24" name="Footer Placeholder 23"/>
          <p:cNvSpPr>
            <a:spLocks noGrp="1"/>
          </p:cNvSpPr>
          <p:nvPr>
            <p:ph type="ftr" sz="quarter" idx="12"/>
          </p:nvPr>
        </p:nvSpPr>
        <p:spPr/>
        <p:txBody>
          <a:bodyPr/>
          <a:lstStyle/>
          <a:p>
            <a:endParaRPr lang="en-US"/>
          </a:p>
        </p:txBody>
      </p:sp>
      <p:sp>
        <p:nvSpPr>
          <p:cNvPr id="12" name="Title 11"/>
          <p:cNvSpPr>
            <a:spLocks noGrp="1"/>
          </p:cNvSpPr>
          <p:nvPr>
            <p:ph type="title"/>
          </p:nvPr>
        </p:nvSpPr>
        <p:spPr>
          <a:xfrm>
            <a:off x="352426" y="457200"/>
            <a:ext cx="7680960" cy="2438399"/>
          </a:xfrm>
        </p:spPr>
        <p:txBody>
          <a:bodyPr>
            <a:normAutofit/>
          </a:bodyPr>
          <a:lstStyle>
            <a:lvl1pPr>
              <a:spcBef>
                <a:spcPts val="0"/>
              </a:spcBef>
              <a:defRPr kumimoji="0" lang="en-US" sz="6000" b="1" i="0" u="none" strike="noStrike" kern="1200" cap="none" spc="0" normalizeH="0" baseline="0" noProof="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30"/>
          <p:cNvSpPr>
            <a:spLocks noGrp="1"/>
          </p:cNvSpPr>
          <p:nvPr>
            <p:ph sz="quarter" idx="13"/>
          </p:nvPr>
        </p:nvSpPr>
        <p:spPr>
          <a:xfrm>
            <a:off x="352426" y="1463040"/>
            <a:ext cx="7680960" cy="4724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Date Placeholder 11"/>
          <p:cNvSpPr>
            <a:spLocks noGrp="1"/>
          </p:cNvSpPr>
          <p:nvPr>
            <p:ph type="dt" sz="half" idx="14"/>
          </p:nvPr>
        </p:nvSpPr>
        <p:spPr/>
        <p:txBody>
          <a:bodyPr/>
          <a:lstStyle/>
          <a:p>
            <a:fld id="{29B1FE57-92C4-46C9-9E31-E557866C6851}" type="datetimeFigureOut">
              <a:rPr lang="en-US" smtClean="0"/>
              <a:t>11/6/2014</a:t>
            </a:fld>
            <a:endParaRPr lang="en-US"/>
          </a:p>
        </p:txBody>
      </p:sp>
      <p:sp>
        <p:nvSpPr>
          <p:cNvPr id="19" name="Slide Number Placeholder 18"/>
          <p:cNvSpPr>
            <a:spLocks noGrp="1"/>
          </p:cNvSpPr>
          <p:nvPr>
            <p:ph type="sldNum" sz="quarter" idx="15"/>
          </p:nvPr>
        </p:nvSpPr>
        <p:spPr/>
        <p:txBody>
          <a:bodyPr/>
          <a:lstStyle/>
          <a:p>
            <a:fld id="{78B30AA6-890F-461F-A4F6-9E2FF017A097}" type="slidenum">
              <a:rPr lang="en-US" smtClean="0"/>
              <a:t>‹#›</a:t>
            </a:fld>
            <a:endParaRPr lang="en-US"/>
          </a:p>
        </p:txBody>
      </p:sp>
      <p:sp>
        <p:nvSpPr>
          <p:cNvPr id="21" name="Footer Placeholder 20"/>
          <p:cNvSpPr>
            <a:spLocks noGrp="1"/>
          </p:cNvSpPr>
          <p:nvPr>
            <p:ph type="ftr" sz="quarter" idx="16"/>
          </p:nvPr>
        </p:nvSpPr>
        <p:spPr/>
        <p:txBody>
          <a:bodyPr/>
          <a:lstStyle/>
          <a:p>
            <a:endParaRPr lang="en-US"/>
          </a:p>
        </p:txBody>
      </p:sp>
      <p:sp>
        <p:nvSpPr>
          <p:cNvPr id="8" name="Title 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ubtitle 2"/>
          <p:cNvSpPr>
            <a:spLocks noGrp="1"/>
          </p:cNvSpPr>
          <p:nvPr>
            <p:ph type="subTitle" idx="1"/>
          </p:nvPr>
        </p:nvSpPr>
        <p:spPr>
          <a:xfrm>
            <a:off x="352426" y="4003302"/>
            <a:ext cx="4572000" cy="1178298"/>
          </a:xfrm>
        </p:spPr>
        <p:txBody>
          <a:bodyPr>
            <a:normAutofit/>
          </a:bodyPr>
          <a:lstStyle>
            <a:lvl1pPr marL="0" indent="0" algn="l">
              <a:buNone/>
              <a:defRPr sz="2000" b="0" i="1" cap="none" spc="12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6" name="Date Placeholder 15"/>
          <p:cNvSpPr>
            <a:spLocks noGrp="1"/>
          </p:cNvSpPr>
          <p:nvPr>
            <p:ph type="dt" sz="half" idx="10"/>
          </p:nvPr>
        </p:nvSpPr>
        <p:spPr/>
        <p:txBody>
          <a:bodyPr/>
          <a:lstStyle/>
          <a:p>
            <a:fld id="{29B1FE57-92C4-46C9-9E31-E557866C6851}" type="datetimeFigureOut">
              <a:rPr lang="en-US" smtClean="0"/>
              <a:t>11/6/2014</a:t>
            </a:fld>
            <a:endParaRPr lang="en-US"/>
          </a:p>
        </p:txBody>
      </p:sp>
      <p:sp>
        <p:nvSpPr>
          <p:cNvPr id="20" name="Slide Number Placeholder 19"/>
          <p:cNvSpPr>
            <a:spLocks noGrp="1"/>
          </p:cNvSpPr>
          <p:nvPr>
            <p:ph type="sldNum" sz="quarter" idx="11"/>
          </p:nvPr>
        </p:nvSpPr>
        <p:spPr/>
        <p:txBody>
          <a:bodyPr/>
          <a:lstStyle/>
          <a:p>
            <a:fld id="{78B30AA6-890F-461F-A4F6-9E2FF017A097}" type="slidenum">
              <a:rPr lang="en-US" smtClean="0"/>
              <a:t>‹#›</a:t>
            </a:fld>
            <a:endParaRPr lang="en-US"/>
          </a:p>
        </p:txBody>
      </p:sp>
      <p:sp>
        <p:nvSpPr>
          <p:cNvPr id="21" name="Footer Placeholder 20"/>
          <p:cNvSpPr>
            <a:spLocks noGrp="1"/>
          </p:cNvSpPr>
          <p:nvPr>
            <p:ph type="ftr" sz="quarter" idx="12"/>
          </p:nvPr>
        </p:nvSpPr>
        <p:spPr/>
        <p:txBody>
          <a:bodyPr/>
          <a:lstStyle/>
          <a:p>
            <a:endParaRPr lang="en-US"/>
          </a:p>
        </p:txBody>
      </p:sp>
      <p:sp>
        <p:nvSpPr>
          <p:cNvPr id="13" name="Rectangle 12"/>
          <p:cNvSpPr/>
          <p:nvPr/>
        </p:nvSpPr>
        <p:spPr>
          <a:xfrm>
            <a:off x="0" y="0"/>
            <a:ext cx="9144000" cy="182880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4439" y="182880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3"/>
          <p:cNvSpPr>
            <a:spLocks noGrp="1"/>
          </p:cNvSpPr>
          <p:nvPr>
            <p:ph type="title"/>
          </p:nvPr>
        </p:nvSpPr>
        <p:spPr>
          <a:xfrm>
            <a:off x="354366" y="1990078"/>
            <a:ext cx="8439912" cy="1984248"/>
          </a:xfrm>
        </p:spPr>
        <p:txBody>
          <a:bodyPr>
            <a:noAutofit/>
          </a:bodyPr>
          <a:lstStyle>
            <a:lvl1pPr>
              <a:defRPr kumimoji="0" lang="en-US" sz="6000" b="1" i="0" u="none" strike="noStrike" kern="1200" cap="none" spc="0" normalizeH="0" baseline="0" noProof="0" dirty="0" smtClean="0">
                <a:ln>
                  <a:noFill/>
                </a:ln>
                <a:gradFill>
                  <a:gsLst>
                    <a:gs pos="0">
                      <a:schemeClr val="tx1">
                        <a:alpha val="92000"/>
                      </a:schemeClr>
                    </a:gs>
                    <a:gs pos="45000">
                      <a:schemeClr val="tx1">
                        <a:alpha val="51000"/>
                      </a:schemeClr>
                    </a:gs>
                    <a:gs pos="100000">
                      <a:schemeClr val="tx1"/>
                    </a:gs>
                  </a:gsLst>
                  <a:lin ang="3600000" scaled="0"/>
                </a:gradFill>
                <a:effectLst/>
                <a:uLnTx/>
                <a:uFillTx/>
                <a:latin typeface="+mj-lt"/>
                <a:ea typeface="+mj-ea"/>
                <a:cs typeface="Tunga" pitchFamily="2"/>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11"/>
          <p:cNvSpPr>
            <a:spLocks noGrp="1"/>
          </p:cNvSpPr>
          <p:nvPr>
            <p:ph sz="quarter" idx="14"/>
          </p:nvPr>
        </p:nvSpPr>
        <p:spPr>
          <a:xfrm>
            <a:off x="4901184"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0"/>
          <p:cNvSpPr>
            <a:spLocks noGrp="1"/>
          </p:cNvSpPr>
          <p:nvPr>
            <p:ph sz="quarter" idx="13"/>
          </p:nvPr>
        </p:nvSpPr>
        <p:spPr>
          <a:xfrm>
            <a:off x="352426" y="1463040"/>
            <a:ext cx="3886200" cy="428853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7" name="Title 26"/>
          <p:cNvSpPr>
            <a:spLocks noGrp="1"/>
          </p:cNvSpPr>
          <p:nvPr>
            <p:ph type="title"/>
          </p:nvPr>
        </p:nvSpPr>
        <p:spPr/>
        <p:txBody>
          <a:bodyPr/>
          <a:lstStyle/>
          <a:p>
            <a:r>
              <a:rPr lang="en-US" smtClean="0"/>
              <a:t>Click to edit Master title style</a:t>
            </a:r>
            <a:endParaRPr lang="en-US" dirty="0"/>
          </a:p>
        </p:txBody>
      </p:sp>
      <p:sp>
        <p:nvSpPr>
          <p:cNvPr id="20" name="Date Placeholder 19"/>
          <p:cNvSpPr>
            <a:spLocks noGrp="1"/>
          </p:cNvSpPr>
          <p:nvPr>
            <p:ph type="dt" sz="half" idx="15"/>
          </p:nvPr>
        </p:nvSpPr>
        <p:spPr/>
        <p:txBody>
          <a:bodyPr/>
          <a:lstStyle/>
          <a:p>
            <a:fld id="{29B1FE57-92C4-46C9-9E31-E557866C6851}" type="datetimeFigureOut">
              <a:rPr lang="en-US" smtClean="0"/>
              <a:t>11/6/2014</a:t>
            </a:fld>
            <a:endParaRPr lang="en-US"/>
          </a:p>
        </p:txBody>
      </p:sp>
      <p:sp>
        <p:nvSpPr>
          <p:cNvPr id="25" name="Slide Number Placeholder 24"/>
          <p:cNvSpPr>
            <a:spLocks noGrp="1"/>
          </p:cNvSpPr>
          <p:nvPr>
            <p:ph type="sldNum" sz="quarter" idx="16"/>
          </p:nvPr>
        </p:nvSpPr>
        <p:spPr/>
        <p:txBody>
          <a:bodyPr/>
          <a:lstStyle/>
          <a:p>
            <a:fld id="{78B30AA6-890F-461F-A4F6-9E2FF017A097}" type="slidenum">
              <a:rPr lang="en-US" smtClean="0"/>
              <a:t>‹#›</a:t>
            </a:fld>
            <a:endParaRPr lang="en-US"/>
          </a:p>
        </p:txBody>
      </p:sp>
      <p:sp>
        <p:nvSpPr>
          <p:cNvPr id="26" name="Footer Placeholder 25"/>
          <p:cNvSpPr>
            <a:spLocks noGrp="1"/>
          </p:cNvSpPr>
          <p:nvPr>
            <p:ph type="ftr" sz="quarter" idx="17"/>
          </p:nvPr>
        </p:nvSpPr>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Rectangle 12"/>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3"/>
          <p:cNvSpPr>
            <a:spLocks noGrp="1"/>
          </p:cNvSpPr>
          <p:nvPr>
            <p:ph type="body" sz="half" idx="2"/>
          </p:nvPr>
        </p:nvSpPr>
        <p:spPr>
          <a:xfrm>
            <a:off x="352426"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9" name="Text Placeholder 3"/>
          <p:cNvSpPr>
            <a:spLocks noGrp="1"/>
          </p:cNvSpPr>
          <p:nvPr>
            <p:ph type="body" sz="half" idx="15"/>
          </p:nvPr>
        </p:nvSpPr>
        <p:spPr>
          <a:xfrm>
            <a:off x="4900613" y="1463040"/>
            <a:ext cx="3886200" cy="509587"/>
          </a:xfrm>
        </p:spPr>
        <p:txBody>
          <a:bodyPr>
            <a:normAutofit/>
          </a:bodyPr>
          <a:lstStyle>
            <a:lvl1pPr marL="0" indent="0">
              <a:buNone/>
              <a:defRPr sz="2000" b="0" i="1" spc="0" baseline="0">
                <a:solidFill>
                  <a:schemeClr val="tx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Content Placeholder 11"/>
          <p:cNvSpPr>
            <a:spLocks noGrp="1"/>
          </p:cNvSpPr>
          <p:nvPr>
            <p:ph sz="quarter" idx="14"/>
          </p:nvPr>
        </p:nvSpPr>
        <p:spPr>
          <a:xfrm>
            <a:off x="4900613"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8" name="Content Placeholder 30"/>
          <p:cNvSpPr>
            <a:spLocks noGrp="1"/>
          </p:cNvSpPr>
          <p:nvPr>
            <p:ph sz="quarter" idx="13"/>
          </p:nvPr>
        </p:nvSpPr>
        <p:spPr>
          <a:xfrm>
            <a:off x="352426" y="2011680"/>
            <a:ext cx="3886200" cy="3736848"/>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0" name="Title 29"/>
          <p:cNvSpPr>
            <a:spLocks noGrp="1"/>
          </p:cNvSpPr>
          <p:nvPr>
            <p:ph type="title"/>
          </p:nvPr>
        </p:nvSpPr>
        <p:spPr/>
        <p:txBody>
          <a:bodyPr/>
          <a:lstStyle/>
          <a:p>
            <a:r>
              <a:rPr lang="en-US" smtClean="0"/>
              <a:t>Click to edit Master title style</a:t>
            </a:r>
            <a:endParaRPr lang="en-US"/>
          </a:p>
        </p:txBody>
      </p:sp>
      <p:sp>
        <p:nvSpPr>
          <p:cNvPr id="20" name="Date Placeholder 19"/>
          <p:cNvSpPr>
            <a:spLocks noGrp="1"/>
          </p:cNvSpPr>
          <p:nvPr>
            <p:ph type="dt" sz="half" idx="16"/>
          </p:nvPr>
        </p:nvSpPr>
        <p:spPr/>
        <p:txBody>
          <a:bodyPr/>
          <a:lstStyle/>
          <a:p>
            <a:fld id="{29B1FE57-92C4-46C9-9E31-E557866C6851}" type="datetimeFigureOut">
              <a:rPr lang="en-US" smtClean="0"/>
              <a:t>11/6/2014</a:t>
            </a:fld>
            <a:endParaRPr lang="en-US"/>
          </a:p>
        </p:txBody>
      </p:sp>
      <p:sp>
        <p:nvSpPr>
          <p:cNvPr id="24" name="Slide Number Placeholder 23"/>
          <p:cNvSpPr>
            <a:spLocks noGrp="1"/>
          </p:cNvSpPr>
          <p:nvPr>
            <p:ph type="sldNum" sz="quarter" idx="17"/>
          </p:nvPr>
        </p:nvSpPr>
        <p:spPr/>
        <p:txBody>
          <a:bodyPr/>
          <a:lstStyle/>
          <a:p>
            <a:fld id="{78B30AA6-890F-461F-A4F6-9E2FF017A097}" type="slidenum">
              <a:rPr lang="en-US" smtClean="0"/>
              <a:t>‹#›</a:t>
            </a:fld>
            <a:endParaRPr lang="en-US"/>
          </a:p>
        </p:txBody>
      </p:sp>
      <p:sp>
        <p:nvSpPr>
          <p:cNvPr id="29" name="Footer Placeholder 28"/>
          <p:cNvSpPr>
            <a:spLocks noGrp="1"/>
          </p:cNvSpPr>
          <p:nvPr>
            <p:ph type="ftr" sz="quarter" idx="18"/>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p:cNvSpPr>
            <a:spLocks noGrp="1"/>
          </p:cNvSpPr>
          <p:nvPr>
            <p:ph type="dt" sz="half" idx="10"/>
          </p:nvPr>
        </p:nvSpPr>
        <p:spPr/>
        <p:txBody>
          <a:bodyPr/>
          <a:lstStyle/>
          <a:p>
            <a:fld id="{29B1FE57-92C4-46C9-9E31-E557866C6851}" type="datetimeFigureOut">
              <a:rPr lang="en-US" smtClean="0"/>
              <a:t>11/6/2014</a:t>
            </a:fld>
            <a:endParaRPr lang="en-US"/>
          </a:p>
        </p:txBody>
      </p:sp>
      <p:sp>
        <p:nvSpPr>
          <p:cNvPr id="14" name="Slide Number Placeholder 13"/>
          <p:cNvSpPr>
            <a:spLocks noGrp="1"/>
          </p:cNvSpPr>
          <p:nvPr>
            <p:ph type="sldNum" sz="quarter" idx="11"/>
          </p:nvPr>
        </p:nvSpPr>
        <p:spPr/>
        <p:txBody>
          <a:bodyPr/>
          <a:lstStyle/>
          <a:p>
            <a:fld id="{78B30AA6-890F-461F-A4F6-9E2FF017A097}" type="slidenum">
              <a:rPr lang="en-US" smtClean="0"/>
              <a:t>‹#›</a:t>
            </a:fld>
            <a:endParaRPr lang="en-US"/>
          </a:p>
        </p:txBody>
      </p:sp>
      <p:sp>
        <p:nvSpPr>
          <p:cNvPr id="18" name="Footer Placeholder 17"/>
          <p:cNvSpPr>
            <a:spLocks noGrp="1"/>
          </p:cNvSpPr>
          <p:nvPr>
            <p:ph type="ftr" sz="quarter" idx="12"/>
          </p:nvPr>
        </p:nvSpPr>
        <p:spPr/>
        <p:txBody>
          <a:bodyPr/>
          <a:lstStyle/>
          <a:p>
            <a:endParaRPr lang="en-US"/>
          </a:p>
        </p:txBody>
      </p:sp>
      <p:sp>
        <p:nvSpPr>
          <p:cNvPr id="15" name="Title 14"/>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29B1FE57-92C4-46C9-9E31-E557866C6851}" type="datetimeFigureOut">
              <a:rPr lang="en-US" smtClean="0"/>
              <a:t>11/6/2014</a:t>
            </a:fld>
            <a:endParaRPr lang="en-US"/>
          </a:p>
        </p:txBody>
      </p:sp>
      <p:sp>
        <p:nvSpPr>
          <p:cNvPr id="12" name="Slide Number Placeholder 11"/>
          <p:cNvSpPr>
            <a:spLocks noGrp="1"/>
          </p:cNvSpPr>
          <p:nvPr>
            <p:ph type="sldNum" sz="quarter" idx="11"/>
          </p:nvPr>
        </p:nvSpPr>
        <p:spPr/>
        <p:txBody>
          <a:bodyPr/>
          <a:lstStyle/>
          <a:p>
            <a:fld id="{78B30AA6-890F-461F-A4F6-9E2FF017A097}" type="slidenum">
              <a:rPr lang="en-US" smtClean="0"/>
              <a:t>‹#›</a:t>
            </a:fld>
            <a:endParaRPr lang="en-US"/>
          </a:p>
        </p:txBody>
      </p:sp>
      <p:sp>
        <p:nvSpPr>
          <p:cNvPr id="13" name="Footer Placeholder 12"/>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le 23"/>
          <p:cNvSpPr>
            <a:spLocks noGrp="1"/>
          </p:cNvSpPr>
          <p:nvPr>
            <p:ph type="title"/>
          </p:nvPr>
        </p:nvSpPr>
        <p:spPr/>
        <p:txBody>
          <a:bodyPr/>
          <a:lstStyle/>
          <a:p>
            <a:r>
              <a:rPr lang="en-US" smtClean="0"/>
              <a:t>Click to edit Master title style</a:t>
            </a:r>
            <a:endParaRPr lang="en-US"/>
          </a:p>
        </p:txBody>
      </p:sp>
      <p:sp>
        <p:nvSpPr>
          <p:cNvPr id="11" name="Text Placeholder 3"/>
          <p:cNvSpPr>
            <a:spLocks noGrp="1"/>
          </p:cNvSpPr>
          <p:nvPr>
            <p:ph type="body" sz="half" idx="2"/>
          </p:nvPr>
        </p:nvSpPr>
        <p:spPr>
          <a:xfrm>
            <a:off x="352426" y="1463040"/>
            <a:ext cx="3381375" cy="3967162"/>
          </a:xfrm>
        </p:spPr>
        <p:txBody>
          <a:bodyPr>
            <a:normAutofit/>
          </a:bodyPr>
          <a:lstStyle>
            <a:lvl1pPr marL="0" indent="0">
              <a:lnSpc>
                <a:spcPct val="150000"/>
              </a:lnSpc>
              <a:buNone/>
              <a:defRPr sz="1600" b="0" i="1" spc="0" baseline="0">
                <a:solidFill>
                  <a:schemeClr val="tx2"/>
                </a:solidFill>
                <a:latin typeface="+mn-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6" name="Content Placeholder 11"/>
          <p:cNvSpPr>
            <a:spLocks noGrp="1"/>
          </p:cNvSpPr>
          <p:nvPr>
            <p:ph sz="quarter" idx="14"/>
          </p:nvPr>
        </p:nvSpPr>
        <p:spPr>
          <a:xfrm>
            <a:off x="4105275" y="1463040"/>
            <a:ext cx="4681538" cy="3968496"/>
          </a:xfr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12"/>
          <p:cNvSpPr>
            <a:spLocks noGrp="1"/>
          </p:cNvSpPr>
          <p:nvPr>
            <p:ph type="dt" sz="half" idx="15"/>
          </p:nvPr>
        </p:nvSpPr>
        <p:spPr/>
        <p:txBody>
          <a:bodyPr/>
          <a:lstStyle/>
          <a:p>
            <a:fld id="{29B1FE57-92C4-46C9-9E31-E557866C6851}" type="datetimeFigureOut">
              <a:rPr lang="en-US" smtClean="0"/>
              <a:t>11/6/2014</a:t>
            </a:fld>
            <a:endParaRPr lang="en-US"/>
          </a:p>
        </p:txBody>
      </p:sp>
      <p:sp>
        <p:nvSpPr>
          <p:cNvPr id="18" name="Slide Number Placeholder 17"/>
          <p:cNvSpPr>
            <a:spLocks noGrp="1"/>
          </p:cNvSpPr>
          <p:nvPr>
            <p:ph type="sldNum" sz="quarter" idx="16"/>
          </p:nvPr>
        </p:nvSpPr>
        <p:spPr/>
        <p:txBody>
          <a:bodyPr/>
          <a:lstStyle/>
          <a:p>
            <a:fld id="{78B30AA6-890F-461F-A4F6-9E2FF017A097}" type="slidenum">
              <a:rPr lang="en-US" smtClean="0"/>
              <a:t>‹#›</a:t>
            </a:fld>
            <a:endParaRPr lang="en-US"/>
          </a:p>
        </p:txBody>
      </p:sp>
      <p:sp>
        <p:nvSpPr>
          <p:cNvPr id="20" name="Footer Placeholder 19"/>
          <p:cNvSpPr>
            <a:spLocks noGrp="1"/>
          </p:cNvSpPr>
          <p:nvPr>
            <p:ph type="ftr" sz="quarter" idx="17"/>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229224" y="0"/>
            <a:ext cx="3914775" cy="5657850"/>
          </a:xfrm>
        </p:spPr>
        <p:txBody>
          <a:bodyPr anchor="ctr" anchorCtr="0"/>
          <a:lstStyle>
            <a:lvl1pPr marL="0" indent="0" algn="ctr">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5" name="Text Placeholder 24"/>
          <p:cNvSpPr>
            <a:spLocks noGrp="1"/>
          </p:cNvSpPr>
          <p:nvPr>
            <p:ph type="body" sz="quarter" idx="13"/>
          </p:nvPr>
        </p:nvSpPr>
        <p:spPr>
          <a:xfrm>
            <a:off x="352426" y="1600199"/>
            <a:ext cx="4572000" cy="3593237"/>
          </a:xfrm>
        </p:spPr>
        <p:txBody>
          <a:bodyPr>
            <a:normAutofit/>
          </a:bodyPr>
          <a:lstStyle>
            <a:lvl1pPr marL="0" indent="0">
              <a:lnSpc>
                <a:spcPct val="150000"/>
              </a:lnSpc>
              <a:spcBef>
                <a:spcPts val="0"/>
              </a:spcBef>
              <a:buNone/>
              <a:defRPr sz="1600" i="1">
                <a:solidFill>
                  <a:schemeClr val="tx1"/>
                </a:solidFill>
              </a:defRPr>
            </a:lvl1pPr>
            <a:lvl2pPr marL="171450" indent="1588">
              <a:buNone/>
              <a:defRPr>
                <a:solidFill>
                  <a:schemeClr val="bg2"/>
                </a:solidFill>
              </a:defRPr>
            </a:lvl2pPr>
            <a:lvl3pPr marL="344488" indent="6350">
              <a:buNone/>
              <a:defRPr>
                <a:solidFill>
                  <a:schemeClr val="bg2"/>
                </a:solidFill>
              </a:defRPr>
            </a:lvl3pPr>
            <a:lvl4pPr marL="515938" indent="3175">
              <a:buNone/>
              <a:defRPr>
                <a:solidFill>
                  <a:schemeClr val="bg2"/>
                </a:solidFill>
              </a:defRPr>
            </a:lvl4pPr>
            <a:lvl5pPr marL="688975" indent="-1588">
              <a:buNone/>
              <a:defRPr>
                <a:solidFill>
                  <a:schemeClr val="bg2"/>
                </a:solidFill>
              </a:defRPr>
            </a:lvl5pPr>
          </a:lstStyle>
          <a:p>
            <a:pPr lvl="0"/>
            <a:r>
              <a:rPr lang="en-US" smtClean="0"/>
              <a:t>Click to edit Master text styles</a:t>
            </a:r>
          </a:p>
        </p:txBody>
      </p:sp>
      <p:sp>
        <p:nvSpPr>
          <p:cNvPr id="11" name="Rectangle 10"/>
          <p:cNvSpPr/>
          <p:nvPr/>
        </p:nvSpPr>
        <p:spPr>
          <a:xfrm>
            <a:off x="0" y="5734050"/>
            <a:ext cx="9144000" cy="1123950"/>
          </a:xfrm>
          <a:prstGeom prst="rect">
            <a:avLst/>
          </a:prstGeom>
          <a:solidFill>
            <a:schemeClr val="accent5">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0" y="5695950"/>
            <a:ext cx="9144000" cy="158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itle Placeholder 1"/>
          <p:cNvSpPr>
            <a:spLocks noGrp="1"/>
          </p:cNvSpPr>
          <p:nvPr>
            <p:ph type="title"/>
          </p:nvPr>
        </p:nvSpPr>
        <p:spPr>
          <a:xfrm>
            <a:off x="352425" y="275208"/>
            <a:ext cx="4572000" cy="1324992"/>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13" name="Date Placeholder 12"/>
          <p:cNvSpPr>
            <a:spLocks noGrp="1"/>
          </p:cNvSpPr>
          <p:nvPr>
            <p:ph type="dt" sz="half" idx="14"/>
          </p:nvPr>
        </p:nvSpPr>
        <p:spPr/>
        <p:txBody>
          <a:bodyPr/>
          <a:lstStyle/>
          <a:p>
            <a:fld id="{29B1FE57-92C4-46C9-9E31-E557866C6851}" type="datetimeFigureOut">
              <a:rPr lang="en-US" smtClean="0"/>
              <a:t>11/6/2014</a:t>
            </a:fld>
            <a:endParaRPr lang="en-US"/>
          </a:p>
        </p:txBody>
      </p:sp>
      <p:sp>
        <p:nvSpPr>
          <p:cNvPr id="20" name="Slide Number Placeholder 19"/>
          <p:cNvSpPr>
            <a:spLocks noGrp="1"/>
          </p:cNvSpPr>
          <p:nvPr>
            <p:ph type="sldNum" sz="quarter" idx="15"/>
          </p:nvPr>
        </p:nvSpPr>
        <p:spPr/>
        <p:txBody>
          <a:bodyPr/>
          <a:lstStyle/>
          <a:p>
            <a:fld id="{78B30AA6-890F-461F-A4F6-9E2FF017A097}" type="slidenum">
              <a:rPr lang="en-US" smtClean="0"/>
              <a:t>‹#›</a:t>
            </a:fld>
            <a:endParaRPr lang="en-US"/>
          </a:p>
        </p:txBody>
      </p:sp>
      <p:sp>
        <p:nvSpPr>
          <p:cNvPr id="21" name="Footer Placeholder 20"/>
          <p:cNvSpPr>
            <a:spLocks noGrp="1"/>
          </p:cNvSpPr>
          <p:nvPr>
            <p:ph type="ftr" sz="quarter" idx="16"/>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B1FE57-92C4-46C9-9E31-E557866C6851}" type="datetimeFigureOut">
              <a:rPr lang="en-US" smtClean="0"/>
              <a:t>11/6/2014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30AA6-890F-461F-A4F6-9E2FF017A09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B1FE57-92C4-46C9-9E31-E557866C6851}" type="datetimeFigureOut">
              <a:rPr lang="en-US" smtClean="0"/>
              <a:t>11/6/2014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B30AA6-890F-461F-A4F6-9E2FF017A09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426" y="228600"/>
            <a:ext cx="7680960" cy="10668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352426" y="1463040"/>
            <a:ext cx="768096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52426" y="6543676"/>
            <a:ext cx="1466850" cy="247650"/>
          </a:xfrm>
          <a:prstGeom prst="rect">
            <a:avLst/>
          </a:prstGeom>
        </p:spPr>
        <p:txBody>
          <a:bodyPr vert="horz" lIns="91440" tIns="45720" rIns="91440" bIns="45720" rtlCol="0" anchor="ctr">
            <a:normAutofit/>
          </a:bodyPr>
          <a:lstStyle>
            <a:lvl1pPr algn="l">
              <a:defRPr sz="1000" b="1">
                <a:solidFill>
                  <a:schemeClr val="tx1">
                    <a:alpha val="65000"/>
                  </a:schemeClr>
                </a:solidFill>
              </a:defRPr>
            </a:lvl1pPr>
          </a:lstStyle>
          <a:p>
            <a:fld id="{29B1FE57-92C4-46C9-9E31-E557866C6851}" type="datetimeFigureOut">
              <a:rPr lang="en-US" smtClean="0"/>
              <a:t>11/6/2014</a:t>
            </a:fld>
            <a:endParaRPr lang="en-US"/>
          </a:p>
        </p:txBody>
      </p:sp>
      <p:sp>
        <p:nvSpPr>
          <p:cNvPr id="5" name="Footer Placeholder 4"/>
          <p:cNvSpPr>
            <a:spLocks noGrp="1"/>
          </p:cNvSpPr>
          <p:nvPr>
            <p:ph type="ftr" sz="quarter" idx="3"/>
          </p:nvPr>
        </p:nvSpPr>
        <p:spPr>
          <a:xfrm>
            <a:off x="1809749" y="6543676"/>
            <a:ext cx="4086225" cy="247650"/>
          </a:xfrm>
          <a:prstGeom prst="rect">
            <a:avLst/>
          </a:prstGeom>
        </p:spPr>
        <p:txBody>
          <a:bodyPr vert="horz" lIns="91440" tIns="45720" rIns="91440" bIns="45720" rtlCol="0" anchor="ctr">
            <a:normAutofit/>
          </a:bodyPr>
          <a:lstStyle>
            <a:lvl1pPr algn="l">
              <a:defRPr sz="1000" b="1" i="1">
                <a:solidFill>
                  <a:schemeClr val="tx1">
                    <a:alpha val="65000"/>
                  </a:schemeClr>
                </a:solidFill>
              </a:defRPr>
            </a:lvl1pPr>
          </a:lstStyle>
          <a:p>
            <a:endParaRPr lang="en-US"/>
          </a:p>
        </p:txBody>
      </p:sp>
      <p:sp>
        <p:nvSpPr>
          <p:cNvPr id="6" name="Slide Number Placeholder 5"/>
          <p:cNvSpPr>
            <a:spLocks noGrp="1"/>
          </p:cNvSpPr>
          <p:nvPr>
            <p:ph type="sldNum" sz="quarter" idx="4"/>
          </p:nvPr>
        </p:nvSpPr>
        <p:spPr>
          <a:xfrm>
            <a:off x="7886700" y="6543676"/>
            <a:ext cx="876300" cy="247650"/>
          </a:xfrm>
          <a:prstGeom prst="rect">
            <a:avLst/>
          </a:prstGeom>
        </p:spPr>
        <p:txBody>
          <a:bodyPr vert="horz" lIns="91440" tIns="45720" rIns="91440" bIns="45720" rtlCol="0" anchor="ctr">
            <a:normAutofit/>
          </a:bodyPr>
          <a:lstStyle>
            <a:lvl1pPr algn="r">
              <a:defRPr sz="1000" b="1">
                <a:solidFill>
                  <a:schemeClr val="tx1">
                    <a:alpha val="65000"/>
                  </a:schemeClr>
                </a:solidFill>
              </a:defRPr>
            </a:lvl1pPr>
          </a:lstStyle>
          <a:p>
            <a:fld id="{78B30AA6-890F-461F-A4F6-9E2FF017A097}"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spcBef>
          <a:spcPts val="400"/>
        </a:spcBef>
        <a:buNone/>
        <a:defRPr sz="4000" b="0" kern="1200" cap="none" spc="0" baseline="0">
          <a:solidFill>
            <a:schemeClr val="tx1"/>
          </a:solidFill>
          <a:latin typeface="+mj-lt"/>
          <a:ea typeface="+mj-ea"/>
          <a:cs typeface="Tunga" pitchFamily="2"/>
        </a:defRPr>
      </a:lvl1pPr>
    </p:titleStyle>
    <p:bodyStyle>
      <a:lvl1pPr marL="0" indent="0" algn="l" defTabSz="914400" rtl="0" eaLnBrk="1" latinLnBrk="0" hangingPunct="1">
        <a:spcBef>
          <a:spcPts val="1200"/>
        </a:spcBef>
        <a:spcAft>
          <a:spcPts val="0"/>
        </a:spcAft>
        <a:buClr>
          <a:schemeClr val="accent5"/>
        </a:buClr>
        <a:buFont typeface="Arial" pitchFamily="34" charset="0"/>
        <a:buNone/>
        <a:defRPr sz="1800" b="0" i="0" kern="1200" cap="none" spc="30" baseline="0">
          <a:solidFill>
            <a:schemeClr val="tx1"/>
          </a:solidFill>
          <a:latin typeface="+mn-lt"/>
          <a:ea typeface="+mn-ea"/>
          <a:cs typeface="Tahoma" pitchFamily="34" charset="0"/>
        </a:defRPr>
      </a:lvl1pPr>
      <a:lvl2pPr marL="171450" indent="-17145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2pPr>
      <a:lvl3pPr marL="344488" indent="-165100"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3pPr>
      <a:lvl4pPr marL="517525" indent="-169863"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4pPr>
      <a:lvl5pPr marL="688975" indent="-173038"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Tahoma" pitchFamily="34" charset="0"/>
        </a:defRPr>
      </a:lvl5pPr>
      <a:lvl6pPr marL="8686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06984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24358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40817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3200"/>
            <a:ext cx="7772400" cy="1470025"/>
          </a:xfrm>
        </p:spPr>
        <p:txBody>
          <a:bodyPr/>
          <a:lstStyle/>
          <a:p>
            <a:r>
              <a:rPr lang="en-US" dirty="0" smtClean="0">
                <a:solidFill>
                  <a:schemeClr val="tx1"/>
                </a:solidFill>
              </a:rPr>
              <a:t>Raid of the Restless</a:t>
            </a:r>
            <a:endParaRPr lang="en-US" dirty="0">
              <a:solidFill>
                <a:schemeClr val="tx1"/>
              </a:solidFill>
            </a:endParaRPr>
          </a:p>
        </p:txBody>
      </p:sp>
    </p:spTree>
    <p:extLst>
      <p:ext uri="{BB962C8B-B14F-4D97-AF65-F5344CB8AC3E}">
        <p14:creationId xmlns:p14="http://schemas.microsoft.com/office/powerpoint/2010/main" val="2417722689"/>
      </p:ext>
    </p:extLst>
  </p:cSld>
  <p:clrMapOvr>
    <a:masterClrMapping/>
  </p:clrMapOvr>
  <mc:AlternateContent xmlns:mc="http://schemas.openxmlformats.org/markup-compatibility/2006">
    <mc:Choice xmlns:p14="http://schemas.microsoft.com/office/powerpoint/2010/main" Requires="p14">
      <p:transition spd="slow" p14:dur="2000" advClick="0" advTm="15000"/>
    </mc:Choice>
    <mc:Fallback>
      <p:transition spd="slow" advClick="0" advTm="1500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447800"/>
            <a:ext cx="8229600" cy="3962400"/>
          </a:xfrm>
        </p:spPr>
        <p:txBody>
          <a:bodyPr>
            <a:normAutofit/>
          </a:bodyPr>
          <a:lstStyle/>
          <a:p>
            <a:pPr marL="0" indent="0">
              <a:buNone/>
            </a:pPr>
            <a:r>
              <a:rPr lang="en-US" dirty="0" smtClean="0"/>
              <a:t>	</a:t>
            </a:r>
            <a:r>
              <a:rPr lang="en-US" sz="2400" dirty="0" smtClean="0"/>
              <a:t>The </a:t>
            </a:r>
            <a:r>
              <a:rPr lang="en-US" sz="2400" dirty="0"/>
              <a:t>dark caverns and mysterious catacombs call to all of us in a one way or another. But sometimes it takes more than one hero to complete the quests he will face. After conjoining at a local tavern you and three fellow travelers have decided to go for gold and riches, but it won’t be as simple as it looks, everyone will play apart in this adventure in order to gain fame and glory. So now you must adventure into the dark realms that will challenge both your brain and brawn as you claw your way through dastardly puzzles, deadly bosses, and hazardous traps. </a:t>
            </a:r>
            <a:r>
              <a:rPr lang="en-US" sz="2400" dirty="0" smtClean="0"/>
              <a:t>Go forth hero!!</a:t>
            </a:r>
            <a:endParaRPr lang="en-US" sz="2400" dirty="0"/>
          </a:p>
        </p:txBody>
      </p:sp>
    </p:spTree>
    <p:extLst>
      <p:ext uri="{BB962C8B-B14F-4D97-AF65-F5344CB8AC3E}">
        <p14:creationId xmlns:p14="http://schemas.microsoft.com/office/powerpoint/2010/main" val="1433465353"/>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219200"/>
            <a:ext cx="8229600" cy="2362200"/>
          </a:xfrm>
        </p:spPr>
        <p:txBody>
          <a:bodyPr>
            <a:normAutofit/>
          </a:bodyPr>
          <a:lstStyle/>
          <a:p>
            <a:pPr marL="0" indent="0">
              <a:buNone/>
            </a:pPr>
            <a:r>
              <a:rPr lang="en-US" sz="2400" dirty="0"/>
              <a:t>Each character has a defined “Play Style” or Role that they bring to the </a:t>
            </a:r>
            <a:r>
              <a:rPr lang="en-US" sz="2400" dirty="0" smtClean="0"/>
              <a:t>group </a:t>
            </a:r>
            <a:r>
              <a:rPr lang="en-US" sz="2400" dirty="0"/>
              <a:t>inside the game.  Each character is able to use a Basic Attack, </a:t>
            </a:r>
            <a:r>
              <a:rPr lang="en-US" sz="2400" dirty="0" smtClean="0"/>
              <a:t>Jump, Special </a:t>
            </a:r>
            <a:r>
              <a:rPr lang="en-US" sz="2400" dirty="0"/>
              <a:t>Attack, and Class Ability. Each Class also has a unique resource mechanic in order to keep them in balance.  Stats are broken up into 3 Ranks of aptitude in which A is Best </a:t>
            </a:r>
            <a:r>
              <a:rPr lang="en-US" sz="2400" dirty="0" smtClean="0"/>
              <a:t>and </a:t>
            </a:r>
            <a:r>
              <a:rPr lang="en-US" sz="2400" dirty="0"/>
              <a:t>C is </a:t>
            </a:r>
            <a:r>
              <a:rPr lang="en-US" sz="2400" dirty="0" smtClean="0"/>
              <a:t>Average</a:t>
            </a:r>
          </a:p>
        </p:txBody>
      </p:sp>
      <p:sp>
        <p:nvSpPr>
          <p:cNvPr id="2" name="Title 1"/>
          <p:cNvSpPr>
            <a:spLocks noGrp="1"/>
          </p:cNvSpPr>
          <p:nvPr>
            <p:ph type="title"/>
          </p:nvPr>
        </p:nvSpPr>
        <p:spPr>
          <a:xfrm>
            <a:off x="625876" y="228600"/>
            <a:ext cx="7680960" cy="1066800"/>
          </a:xfrm>
        </p:spPr>
        <p:txBody>
          <a:bodyPr/>
          <a:lstStyle/>
          <a:p>
            <a:pPr algn="ctr"/>
            <a:r>
              <a:rPr lang="en-US" dirty="0" smtClean="0"/>
              <a:t>Characters</a:t>
            </a:r>
            <a:endParaRPr lang="en-US" dirty="0"/>
          </a:p>
        </p:txBody>
      </p:sp>
      <p:sp>
        <p:nvSpPr>
          <p:cNvPr id="4" name="TextBox 3"/>
          <p:cNvSpPr txBox="1"/>
          <p:nvPr/>
        </p:nvSpPr>
        <p:spPr>
          <a:xfrm>
            <a:off x="618478" y="3670756"/>
            <a:ext cx="3352800" cy="2246769"/>
          </a:xfrm>
          <a:prstGeom prst="rect">
            <a:avLst/>
          </a:prstGeom>
          <a:noFill/>
        </p:spPr>
        <p:txBody>
          <a:bodyPr wrap="square" numCol="1" rtlCol="0">
            <a:spAutoFit/>
          </a:bodyPr>
          <a:lstStyle/>
          <a:p>
            <a:r>
              <a:rPr lang="en-US" sz="2800" dirty="0" smtClean="0"/>
              <a:t>Characters:</a:t>
            </a:r>
          </a:p>
          <a:p>
            <a:pPr marL="285750" indent="-285750">
              <a:buFont typeface="Arial" pitchFamily="34" charset="0"/>
              <a:buChar char="•"/>
            </a:pPr>
            <a:r>
              <a:rPr lang="en-US" sz="2800" dirty="0" smtClean="0"/>
              <a:t>Warrior</a:t>
            </a:r>
          </a:p>
          <a:p>
            <a:pPr marL="285750" indent="-285750">
              <a:buFont typeface="Arial" pitchFamily="34" charset="0"/>
              <a:buChar char="•"/>
            </a:pPr>
            <a:r>
              <a:rPr lang="en-US" sz="2800" dirty="0" smtClean="0"/>
              <a:t>Sorceress</a:t>
            </a:r>
          </a:p>
          <a:p>
            <a:pPr marL="285750" indent="-285750">
              <a:buFont typeface="Arial" pitchFamily="34" charset="0"/>
              <a:buChar char="•"/>
            </a:pPr>
            <a:r>
              <a:rPr lang="en-US" sz="2800" dirty="0" smtClean="0"/>
              <a:t>Rogue</a:t>
            </a:r>
          </a:p>
          <a:p>
            <a:pPr marL="285750" indent="-285750">
              <a:buFont typeface="Arial" pitchFamily="34" charset="0"/>
              <a:buChar char="•"/>
            </a:pPr>
            <a:r>
              <a:rPr lang="en-US" sz="2800" dirty="0" smtClean="0"/>
              <a:t>Woodsman</a:t>
            </a:r>
            <a:endParaRPr lang="en-US" sz="2800" dirty="0"/>
          </a:p>
        </p:txBody>
      </p:sp>
      <p:sp>
        <p:nvSpPr>
          <p:cNvPr id="5" name="TextBox 4"/>
          <p:cNvSpPr txBox="1"/>
          <p:nvPr/>
        </p:nvSpPr>
        <p:spPr>
          <a:xfrm>
            <a:off x="3962400" y="3670756"/>
            <a:ext cx="4648200" cy="2677656"/>
          </a:xfrm>
          <a:prstGeom prst="rect">
            <a:avLst/>
          </a:prstGeom>
          <a:noFill/>
        </p:spPr>
        <p:txBody>
          <a:bodyPr wrap="square" numCol="1" rtlCol="0">
            <a:spAutoFit/>
          </a:bodyPr>
          <a:lstStyle/>
          <a:p>
            <a:r>
              <a:rPr lang="en-US" sz="2800" dirty="0" smtClean="0"/>
              <a:t>Controls:</a:t>
            </a:r>
          </a:p>
          <a:p>
            <a:pPr marL="285750" indent="-285750">
              <a:buFont typeface="Arial" pitchFamily="34" charset="0"/>
              <a:buChar char="•"/>
            </a:pPr>
            <a:r>
              <a:rPr lang="en-US" sz="2800" dirty="0" smtClean="0"/>
              <a:t>Basic Attack (Red)</a:t>
            </a:r>
          </a:p>
          <a:p>
            <a:pPr marL="742950" lvl="1" indent="-285750">
              <a:buFont typeface="Arial" pitchFamily="34" charset="0"/>
              <a:buChar char="•"/>
            </a:pPr>
            <a:r>
              <a:rPr lang="en-US" sz="2800" dirty="0" smtClean="0"/>
              <a:t>Special Attack (Hold Red)</a:t>
            </a:r>
          </a:p>
          <a:p>
            <a:pPr marL="285750" indent="-285750">
              <a:buFont typeface="Arial" pitchFamily="34" charset="0"/>
              <a:buChar char="•"/>
            </a:pPr>
            <a:r>
              <a:rPr lang="en-US" sz="2800" dirty="0" smtClean="0"/>
              <a:t>Jump (Yellow)</a:t>
            </a:r>
          </a:p>
          <a:p>
            <a:pPr marL="285750" indent="-285750">
              <a:buFont typeface="Arial" pitchFamily="34" charset="0"/>
              <a:buChar char="•"/>
            </a:pPr>
            <a:r>
              <a:rPr lang="en-US" sz="2800" dirty="0" smtClean="0"/>
              <a:t>Class Ability (Blue)</a:t>
            </a:r>
          </a:p>
          <a:p>
            <a:pPr marL="285750" indent="-285750">
              <a:buFont typeface="Arial" pitchFamily="34" charset="0"/>
              <a:buChar char="•"/>
            </a:pPr>
            <a:r>
              <a:rPr lang="en-US" sz="2800" dirty="0" smtClean="0"/>
              <a:t>Use Item (Green)</a:t>
            </a:r>
            <a:endParaRPr lang="en-US" sz="2800" dirty="0"/>
          </a:p>
        </p:txBody>
      </p:sp>
    </p:spTree>
    <p:extLst>
      <p:ext uri="{BB962C8B-B14F-4D97-AF65-F5344CB8AC3E}">
        <p14:creationId xmlns:p14="http://schemas.microsoft.com/office/powerpoint/2010/main" val="1841343283"/>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447800"/>
            <a:ext cx="8229600" cy="4572000"/>
          </a:xfrm>
        </p:spPr>
        <p:txBody>
          <a:bodyPr>
            <a:normAutofit lnSpcReduction="10000"/>
          </a:bodyPr>
          <a:lstStyle/>
          <a:p>
            <a:r>
              <a:rPr lang="en-US" sz="2000" dirty="0" smtClean="0"/>
              <a:t>Play Style: </a:t>
            </a:r>
            <a:r>
              <a:rPr lang="en-US" sz="2000" dirty="0" smtClean="0"/>
              <a:t>Tank</a:t>
            </a:r>
            <a:endParaRPr lang="en-US" sz="2000" dirty="0" smtClean="0"/>
          </a:p>
          <a:p>
            <a:r>
              <a:rPr lang="en-US" sz="2000" dirty="0" smtClean="0"/>
              <a:t>Basic Attack: 3 hit combo (when timed correctly)</a:t>
            </a:r>
          </a:p>
          <a:p>
            <a:pPr lvl="1">
              <a:spcBef>
                <a:spcPts val="0"/>
              </a:spcBef>
            </a:pPr>
            <a:r>
              <a:rPr lang="en-US" sz="1600" dirty="0" smtClean="0"/>
              <a:t>First 2 hits are light attacks with short range in front of Warrior</a:t>
            </a:r>
          </a:p>
          <a:p>
            <a:pPr lvl="1">
              <a:spcBef>
                <a:spcPts val="0"/>
              </a:spcBef>
            </a:pPr>
            <a:r>
              <a:rPr lang="en-US" sz="1600" dirty="0" smtClean="0"/>
              <a:t>Third hit uses the Warrior’s shield to bash the ground , creating a shockwave with knockback force</a:t>
            </a:r>
          </a:p>
          <a:p>
            <a:r>
              <a:rPr lang="en-US" sz="2000" dirty="0" smtClean="0"/>
              <a:t>Special Attack: Spin attack with knockback</a:t>
            </a:r>
          </a:p>
          <a:p>
            <a:r>
              <a:rPr lang="en-US" sz="2000" dirty="0" smtClean="0"/>
              <a:t>Class Ability: Raise Shield</a:t>
            </a:r>
          </a:p>
          <a:p>
            <a:pPr lvl="1"/>
            <a:r>
              <a:rPr lang="en-US" sz="1600" dirty="0" smtClean="0"/>
              <a:t>Blocks enemy attacks, projectiles, and most traps</a:t>
            </a:r>
          </a:p>
          <a:p>
            <a:r>
              <a:rPr lang="en-US" sz="2000" dirty="0" smtClean="0"/>
              <a:t>Resource: Rage</a:t>
            </a:r>
          </a:p>
          <a:p>
            <a:pPr lvl="1">
              <a:spcBef>
                <a:spcPts val="0"/>
              </a:spcBef>
            </a:pPr>
            <a:r>
              <a:rPr lang="en-US" sz="1600" dirty="0" smtClean="0"/>
              <a:t>Gained by landing basic attacks</a:t>
            </a:r>
          </a:p>
          <a:p>
            <a:pPr lvl="1">
              <a:spcBef>
                <a:spcPts val="0"/>
              </a:spcBef>
            </a:pPr>
            <a:r>
              <a:rPr lang="en-US" sz="1600" dirty="0" smtClean="0"/>
              <a:t>Consumed by using special attack</a:t>
            </a:r>
          </a:p>
          <a:p>
            <a:r>
              <a:rPr lang="en-US" sz="2000" dirty="0" smtClean="0"/>
              <a:t>Stats:</a:t>
            </a:r>
          </a:p>
          <a:p>
            <a:pPr lvl="1">
              <a:spcBef>
                <a:spcPts val="0"/>
              </a:spcBef>
            </a:pPr>
            <a:r>
              <a:rPr lang="en-US" sz="1600" dirty="0" smtClean="0"/>
              <a:t>Health: A</a:t>
            </a:r>
          </a:p>
          <a:p>
            <a:pPr lvl="1">
              <a:spcBef>
                <a:spcPts val="0"/>
              </a:spcBef>
            </a:pPr>
            <a:r>
              <a:rPr lang="en-US" sz="1600" dirty="0" smtClean="0"/>
              <a:t>Speed: C</a:t>
            </a:r>
          </a:p>
          <a:p>
            <a:pPr lvl="1">
              <a:spcBef>
                <a:spcPts val="0"/>
              </a:spcBef>
            </a:pPr>
            <a:r>
              <a:rPr lang="en-US" sz="1600" dirty="0" smtClean="0"/>
              <a:t>Attack: B</a:t>
            </a:r>
          </a:p>
        </p:txBody>
      </p:sp>
      <p:sp>
        <p:nvSpPr>
          <p:cNvPr id="2" name="Title 1"/>
          <p:cNvSpPr>
            <a:spLocks noGrp="1"/>
          </p:cNvSpPr>
          <p:nvPr>
            <p:ph type="title"/>
          </p:nvPr>
        </p:nvSpPr>
        <p:spPr>
          <a:xfrm>
            <a:off x="609600" y="228600"/>
            <a:ext cx="7680960" cy="1066800"/>
          </a:xfrm>
        </p:spPr>
        <p:txBody>
          <a:bodyPr/>
          <a:lstStyle/>
          <a:p>
            <a:pPr algn="ctr"/>
            <a:r>
              <a:rPr lang="en-US" dirty="0" smtClean="0"/>
              <a:t>Warrior</a:t>
            </a:r>
            <a:endParaRPr lang="en-US" dirty="0"/>
          </a:p>
        </p:txBody>
      </p:sp>
    </p:spTree>
    <p:extLst>
      <p:ext uri="{BB962C8B-B14F-4D97-AF65-F5344CB8AC3E}">
        <p14:creationId xmlns:p14="http://schemas.microsoft.com/office/powerpoint/2010/main" val="726544603"/>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276600" y="1842233"/>
            <a:ext cx="2438400" cy="3790383"/>
          </a:xfrm>
        </p:spPr>
      </p:pic>
      <p:sp>
        <p:nvSpPr>
          <p:cNvPr id="2" name="Title 1"/>
          <p:cNvSpPr>
            <a:spLocks noGrp="1"/>
          </p:cNvSpPr>
          <p:nvPr>
            <p:ph type="title"/>
          </p:nvPr>
        </p:nvSpPr>
        <p:spPr>
          <a:xfrm>
            <a:off x="685800" y="228600"/>
            <a:ext cx="7680960" cy="1066800"/>
          </a:xfrm>
        </p:spPr>
        <p:txBody>
          <a:bodyPr/>
          <a:lstStyle/>
          <a:p>
            <a:pPr algn="ctr"/>
            <a:r>
              <a:rPr lang="en-US" dirty="0" smtClean="0"/>
              <a:t>Warrior</a:t>
            </a:r>
            <a:endParaRPr lang="en-US" dirty="0"/>
          </a:p>
        </p:txBody>
      </p:sp>
    </p:spTree>
    <p:extLst>
      <p:ext uri="{BB962C8B-B14F-4D97-AF65-F5344CB8AC3E}">
        <p14:creationId xmlns:p14="http://schemas.microsoft.com/office/powerpoint/2010/main" val="3141223229"/>
      </p:ext>
    </p:extLst>
  </p:cSld>
  <p:clrMapOvr>
    <a:masterClrMapping/>
  </p:clrMapOvr>
  <mc:AlternateContent xmlns:mc="http://schemas.openxmlformats.org/markup-compatibility/2006">
    <mc:Choice xmlns:p14="http://schemas.microsoft.com/office/powerpoint/2010/main" Requires="p14">
      <p:transition spd="slow" p14:dur="2000" advClick="0" advTm="30000"/>
    </mc:Choice>
    <mc:Fallback>
      <p:transition spd="slow" advClick="0" advTm="3000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371600"/>
            <a:ext cx="8229600" cy="5029200"/>
          </a:xfrm>
        </p:spPr>
        <p:txBody>
          <a:bodyPr>
            <a:normAutofit lnSpcReduction="10000"/>
          </a:bodyPr>
          <a:lstStyle/>
          <a:p>
            <a:r>
              <a:rPr lang="en-US" sz="2000" dirty="0" smtClean="0"/>
              <a:t>Play Style: Elemental DPS</a:t>
            </a:r>
          </a:p>
          <a:p>
            <a:r>
              <a:rPr lang="en-US" sz="2000" dirty="0" smtClean="0"/>
              <a:t>Basic Attack: Ice Spike or Fireball</a:t>
            </a:r>
          </a:p>
          <a:p>
            <a:pPr lvl="1">
              <a:spcBef>
                <a:spcPts val="0"/>
              </a:spcBef>
            </a:pPr>
            <a:r>
              <a:rPr lang="en-US" sz="1600" dirty="0" smtClean="0"/>
              <a:t>Depends on current active spell type</a:t>
            </a:r>
          </a:p>
          <a:p>
            <a:pPr lvl="1">
              <a:spcBef>
                <a:spcPts val="0"/>
              </a:spcBef>
            </a:pPr>
            <a:r>
              <a:rPr lang="en-US" sz="1600" dirty="0" smtClean="0"/>
              <a:t>Fireball does damage over time</a:t>
            </a:r>
          </a:p>
          <a:p>
            <a:pPr lvl="1">
              <a:spcBef>
                <a:spcPts val="0"/>
              </a:spcBef>
            </a:pPr>
            <a:r>
              <a:rPr lang="en-US" sz="1600" dirty="0" smtClean="0"/>
              <a:t>Ice Spike slows enemy for a period of time</a:t>
            </a:r>
          </a:p>
          <a:p>
            <a:r>
              <a:rPr lang="en-US" sz="2000" dirty="0" smtClean="0"/>
              <a:t>Special Attack: Change between Ice and Fire attacks</a:t>
            </a:r>
          </a:p>
          <a:p>
            <a:r>
              <a:rPr lang="en-US" sz="2000" dirty="0" smtClean="0"/>
              <a:t>Class Ability: Blizzard (Ice) or Meteor (Fire)</a:t>
            </a:r>
          </a:p>
          <a:p>
            <a:pPr lvl="1">
              <a:spcBef>
                <a:spcPts val="0"/>
              </a:spcBef>
            </a:pPr>
            <a:r>
              <a:rPr lang="en-US" sz="1600" dirty="0" smtClean="0"/>
              <a:t>Blizzard raises a cone of ice spikes in front of Sorceress that freezes enemies</a:t>
            </a:r>
          </a:p>
          <a:p>
            <a:pPr lvl="1">
              <a:spcBef>
                <a:spcPts val="0"/>
              </a:spcBef>
            </a:pPr>
            <a:r>
              <a:rPr lang="en-US" sz="1600" dirty="0" smtClean="0"/>
              <a:t>Meteor creates an </a:t>
            </a:r>
            <a:r>
              <a:rPr lang="en-US" sz="1600" dirty="0" err="1" smtClean="0"/>
              <a:t>AoE</a:t>
            </a:r>
            <a:r>
              <a:rPr lang="en-US" sz="1600" dirty="0" smtClean="0"/>
              <a:t> that deals splash damage to enemies in the contact radius</a:t>
            </a:r>
          </a:p>
          <a:p>
            <a:r>
              <a:rPr lang="en-US" sz="2000" dirty="0" smtClean="0"/>
              <a:t>Resource: Mana</a:t>
            </a:r>
          </a:p>
          <a:p>
            <a:pPr lvl="1">
              <a:spcBef>
                <a:spcPts val="0"/>
              </a:spcBef>
            </a:pPr>
            <a:r>
              <a:rPr lang="en-US" sz="1600" dirty="0" smtClean="0"/>
              <a:t>Regenerates over time</a:t>
            </a:r>
          </a:p>
          <a:p>
            <a:pPr lvl="1">
              <a:spcBef>
                <a:spcPts val="0"/>
              </a:spcBef>
            </a:pPr>
            <a:r>
              <a:rPr lang="en-US" sz="1600" dirty="0" smtClean="0"/>
              <a:t>Consumed by using special attack</a:t>
            </a:r>
          </a:p>
          <a:p>
            <a:r>
              <a:rPr lang="en-US" sz="2000" dirty="0" smtClean="0"/>
              <a:t>Stats:</a:t>
            </a:r>
          </a:p>
          <a:p>
            <a:pPr lvl="1">
              <a:spcBef>
                <a:spcPts val="0"/>
              </a:spcBef>
            </a:pPr>
            <a:r>
              <a:rPr lang="en-US" sz="1600" dirty="0" smtClean="0"/>
              <a:t>Health: C</a:t>
            </a:r>
          </a:p>
          <a:p>
            <a:pPr lvl="1">
              <a:spcBef>
                <a:spcPts val="0"/>
              </a:spcBef>
            </a:pPr>
            <a:r>
              <a:rPr lang="en-US" sz="1600" dirty="0" smtClean="0"/>
              <a:t>Speed: B</a:t>
            </a:r>
          </a:p>
          <a:p>
            <a:pPr lvl="1">
              <a:spcBef>
                <a:spcPts val="0"/>
              </a:spcBef>
            </a:pPr>
            <a:r>
              <a:rPr lang="en-US" sz="1600" dirty="0" smtClean="0"/>
              <a:t>Attack: A</a:t>
            </a:r>
          </a:p>
          <a:p>
            <a:endParaRPr lang="en-US" dirty="0"/>
          </a:p>
        </p:txBody>
      </p:sp>
      <p:sp>
        <p:nvSpPr>
          <p:cNvPr id="2" name="Title 1"/>
          <p:cNvSpPr>
            <a:spLocks noGrp="1"/>
          </p:cNvSpPr>
          <p:nvPr>
            <p:ph type="title"/>
          </p:nvPr>
        </p:nvSpPr>
        <p:spPr>
          <a:xfrm>
            <a:off x="685800" y="228600"/>
            <a:ext cx="7680960" cy="1066800"/>
          </a:xfrm>
        </p:spPr>
        <p:txBody>
          <a:bodyPr/>
          <a:lstStyle/>
          <a:p>
            <a:pPr algn="ctr"/>
            <a:r>
              <a:rPr lang="en-US" dirty="0" smtClean="0"/>
              <a:t>Sorceress</a:t>
            </a:r>
            <a:endParaRPr lang="en-US" dirty="0"/>
          </a:p>
        </p:txBody>
      </p:sp>
    </p:spTree>
    <p:extLst>
      <p:ext uri="{BB962C8B-B14F-4D97-AF65-F5344CB8AC3E}">
        <p14:creationId xmlns:p14="http://schemas.microsoft.com/office/powerpoint/2010/main" val="2457808456"/>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505200" y="1828800"/>
            <a:ext cx="1981200" cy="3895242"/>
          </a:xfrm>
        </p:spPr>
      </p:pic>
      <p:sp>
        <p:nvSpPr>
          <p:cNvPr id="2" name="Title 1"/>
          <p:cNvSpPr>
            <a:spLocks noGrp="1"/>
          </p:cNvSpPr>
          <p:nvPr>
            <p:ph type="title"/>
          </p:nvPr>
        </p:nvSpPr>
        <p:spPr>
          <a:xfrm>
            <a:off x="685800" y="228600"/>
            <a:ext cx="7680960" cy="1066800"/>
          </a:xfrm>
        </p:spPr>
        <p:txBody>
          <a:bodyPr/>
          <a:lstStyle/>
          <a:p>
            <a:pPr algn="ctr"/>
            <a:r>
              <a:rPr lang="en-US" dirty="0" smtClean="0"/>
              <a:t>Sorceress</a:t>
            </a:r>
            <a:endParaRPr lang="en-US" dirty="0"/>
          </a:p>
        </p:txBody>
      </p:sp>
    </p:spTree>
    <p:extLst>
      <p:ext uri="{BB962C8B-B14F-4D97-AF65-F5344CB8AC3E}">
        <p14:creationId xmlns:p14="http://schemas.microsoft.com/office/powerpoint/2010/main" val="1705412324"/>
      </p:ext>
    </p:extLst>
  </p:cSld>
  <p:clrMapOvr>
    <a:masterClrMapping/>
  </p:clrMapOvr>
  <mc:AlternateContent xmlns:mc="http://schemas.openxmlformats.org/markup-compatibility/2006">
    <mc:Choice xmlns:p14="http://schemas.microsoft.com/office/powerpoint/2010/main" Requires="p14">
      <p:transition spd="slow" p14:dur="2000" advClick="0" advTm="30000"/>
    </mc:Choice>
    <mc:Fallback>
      <p:transition spd="slow" advClick="0" advTm="3000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371600"/>
            <a:ext cx="8229600" cy="5029200"/>
          </a:xfrm>
        </p:spPr>
        <p:txBody>
          <a:bodyPr>
            <a:normAutofit fontScale="92500" lnSpcReduction="10000"/>
          </a:bodyPr>
          <a:lstStyle/>
          <a:p>
            <a:r>
              <a:rPr lang="en-US" sz="2000" dirty="0" smtClean="0"/>
              <a:t>Play Style: Melee DPS</a:t>
            </a:r>
          </a:p>
          <a:p>
            <a:r>
              <a:rPr lang="en-US" sz="2000" dirty="0" smtClean="0"/>
              <a:t>Basic Attack: Stab</a:t>
            </a:r>
          </a:p>
          <a:p>
            <a:pPr lvl="1">
              <a:spcBef>
                <a:spcPts val="0"/>
              </a:spcBef>
            </a:pPr>
            <a:r>
              <a:rPr lang="en-US" sz="1600" dirty="0" smtClean="0"/>
              <a:t>Executed at every press of the basic attack button (no </a:t>
            </a:r>
            <a:r>
              <a:rPr lang="en-US" sz="1600" dirty="0" err="1" smtClean="0"/>
              <a:t>cooldown</a:t>
            </a:r>
            <a:r>
              <a:rPr lang="en-US" sz="1600" dirty="0" smtClean="0"/>
              <a:t>)</a:t>
            </a:r>
          </a:p>
          <a:p>
            <a:pPr lvl="1">
              <a:spcBef>
                <a:spcPts val="0"/>
              </a:spcBef>
            </a:pPr>
            <a:r>
              <a:rPr lang="en-US" sz="1600" dirty="0" smtClean="0"/>
              <a:t>Increased damage if behind enemy</a:t>
            </a:r>
          </a:p>
          <a:p>
            <a:r>
              <a:rPr lang="en-US" sz="2000" dirty="0" smtClean="0"/>
              <a:t>Special Attack: Dash</a:t>
            </a:r>
          </a:p>
          <a:p>
            <a:pPr lvl="1">
              <a:spcBef>
                <a:spcPts val="0"/>
              </a:spcBef>
            </a:pPr>
            <a:r>
              <a:rPr lang="en-US" sz="1600" dirty="0" smtClean="0"/>
              <a:t>Dashes rapidly in direction of movement, if Rogue makes contact with an enemy, he teleports behind them and backstabs them for massive damage</a:t>
            </a:r>
          </a:p>
          <a:p>
            <a:pPr lvl="1">
              <a:spcBef>
                <a:spcPts val="0"/>
              </a:spcBef>
            </a:pPr>
            <a:r>
              <a:rPr lang="en-US" sz="1600" dirty="0" smtClean="0"/>
              <a:t>Consumes a lot of energy</a:t>
            </a:r>
          </a:p>
          <a:p>
            <a:r>
              <a:rPr lang="en-US" sz="2000" dirty="0" smtClean="0"/>
              <a:t>Class Ability: Stealth</a:t>
            </a:r>
          </a:p>
          <a:p>
            <a:pPr lvl="1">
              <a:spcBef>
                <a:spcPts val="0"/>
              </a:spcBef>
            </a:pPr>
            <a:r>
              <a:rPr lang="en-US" sz="1600" dirty="0" smtClean="0"/>
              <a:t>Rogue does not trigger traps or won’t be attacked by enemies while </a:t>
            </a:r>
            <a:r>
              <a:rPr lang="en-US" sz="1600" dirty="0" err="1" smtClean="0"/>
              <a:t>stealthed</a:t>
            </a:r>
            <a:endParaRPr lang="en-US" sz="1600" dirty="0" smtClean="0"/>
          </a:p>
          <a:p>
            <a:pPr lvl="1">
              <a:spcBef>
                <a:spcPts val="0"/>
              </a:spcBef>
            </a:pPr>
            <a:r>
              <a:rPr lang="en-US" sz="1600" dirty="0" smtClean="0"/>
              <a:t>Slowly drains energy over time</a:t>
            </a:r>
          </a:p>
          <a:p>
            <a:r>
              <a:rPr lang="en-US" sz="2000" dirty="0" smtClean="0"/>
              <a:t>Resource: Energy</a:t>
            </a:r>
          </a:p>
          <a:p>
            <a:pPr lvl="1">
              <a:spcBef>
                <a:spcPts val="0"/>
              </a:spcBef>
            </a:pPr>
            <a:r>
              <a:rPr lang="en-US" sz="1600" dirty="0" smtClean="0"/>
              <a:t>Regenerates over time and slightly restored by basic attacks and backstabs</a:t>
            </a:r>
          </a:p>
          <a:p>
            <a:pPr lvl="1">
              <a:spcBef>
                <a:spcPts val="0"/>
              </a:spcBef>
            </a:pPr>
            <a:r>
              <a:rPr lang="en-US" sz="1600" dirty="0" smtClean="0"/>
              <a:t>Consumed by using special attack and class ability</a:t>
            </a:r>
          </a:p>
          <a:p>
            <a:r>
              <a:rPr lang="en-US" sz="2000" dirty="0" smtClean="0"/>
              <a:t>Stats:</a:t>
            </a:r>
          </a:p>
          <a:p>
            <a:pPr lvl="1">
              <a:spcBef>
                <a:spcPts val="0"/>
              </a:spcBef>
            </a:pPr>
            <a:r>
              <a:rPr lang="en-US" sz="1600" dirty="0" smtClean="0"/>
              <a:t>Health: C</a:t>
            </a:r>
          </a:p>
          <a:p>
            <a:pPr lvl="1">
              <a:spcBef>
                <a:spcPts val="0"/>
              </a:spcBef>
            </a:pPr>
            <a:r>
              <a:rPr lang="en-US" sz="1600" dirty="0" smtClean="0"/>
              <a:t>Speed: A</a:t>
            </a:r>
          </a:p>
          <a:p>
            <a:pPr lvl="1">
              <a:spcBef>
                <a:spcPts val="0"/>
              </a:spcBef>
            </a:pPr>
            <a:r>
              <a:rPr lang="en-US" sz="1600" dirty="0" smtClean="0"/>
              <a:t>Attack: B</a:t>
            </a:r>
          </a:p>
        </p:txBody>
      </p:sp>
      <p:sp>
        <p:nvSpPr>
          <p:cNvPr id="2" name="Title 1"/>
          <p:cNvSpPr>
            <a:spLocks noGrp="1"/>
          </p:cNvSpPr>
          <p:nvPr>
            <p:ph type="title"/>
          </p:nvPr>
        </p:nvSpPr>
        <p:spPr>
          <a:xfrm>
            <a:off x="609600" y="228600"/>
            <a:ext cx="7680960" cy="1066800"/>
          </a:xfrm>
        </p:spPr>
        <p:txBody>
          <a:bodyPr/>
          <a:lstStyle/>
          <a:p>
            <a:pPr algn="ctr"/>
            <a:r>
              <a:rPr lang="en-US" dirty="0" smtClean="0"/>
              <a:t>Rogue</a:t>
            </a:r>
            <a:endParaRPr lang="en-US" dirty="0"/>
          </a:p>
        </p:txBody>
      </p:sp>
    </p:spTree>
    <p:extLst>
      <p:ext uri="{BB962C8B-B14F-4D97-AF65-F5344CB8AC3E}">
        <p14:creationId xmlns:p14="http://schemas.microsoft.com/office/powerpoint/2010/main" val="1172361538"/>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505200" y="1905000"/>
            <a:ext cx="1898756" cy="3940813"/>
          </a:xfrm>
        </p:spPr>
      </p:pic>
      <p:sp>
        <p:nvSpPr>
          <p:cNvPr id="2" name="Title 1"/>
          <p:cNvSpPr>
            <a:spLocks noGrp="1"/>
          </p:cNvSpPr>
          <p:nvPr>
            <p:ph type="title"/>
          </p:nvPr>
        </p:nvSpPr>
        <p:spPr>
          <a:xfrm>
            <a:off x="609600" y="228600"/>
            <a:ext cx="7680960" cy="1066800"/>
          </a:xfrm>
        </p:spPr>
        <p:txBody>
          <a:bodyPr/>
          <a:lstStyle/>
          <a:p>
            <a:pPr algn="ctr"/>
            <a:r>
              <a:rPr lang="en-US" dirty="0" smtClean="0"/>
              <a:t>Rogue</a:t>
            </a:r>
            <a:endParaRPr lang="en-US" dirty="0"/>
          </a:p>
        </p:txBody>
      </p:sp>
    </p:spTree>
    <p:extLst>
      <p:ext uri="{BB962C8B-B14F-4D97-AF65-F5344CB8AC3E}">
        <p14:creationId xmlns:p14="http://schemas.microsoft.com/office/powerpoint/2010/main" val="3641481477"/>
      </p:ext>
    </p:extLst>
  </p:cSld>
  <p:clrMapOvr>
    <a:masterClrMapping/>
  </p:clrMapOvr>
  <mc:AlternateContent xmlns:mc="http://schemas.openxmlformats.org/markup-compatibility/2006">
    <mc:Choice xmlns:p14="http://schemas.microsoft.com/office/powerpoint/2010/main" Requires="p14">
      <p:transition spd="slow" p14:dur="2000" advClick="0" advTm="30000"/>
    </mc:Choice>
    <mc:Fallback>
      <p:transition spd="slow" advClick="0" advTm="3000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219200"/>
            <a:ext cx="8229600" cy="5257800"/>
          </a:xfrm>
        </p:spPr>
        <p:txBody>
          <a:bodyPr>
            <a:normAutofit lnSpcReduction="10000"/>
          </a:bodyPr>
          <a:lstStyle/>
          <a:p>
            <a:r>
              <a:rPr lang="en-US" sz="2000" dirty="0" smtClean="0"/>
              <a:t>Play Style: Range DPS</a:t>
            </a:r>
          </a:p>
          <a:p>
            <a:r>
              <a:rPr lang="en-US" sz="2000" dirty="0" smtClean="0"/>
              <a:t>Basic Attack: Shoot Arrow</a:t>
            </a:r>
          </a:p>
          <a:p>
            <a:r>
              <a:rPr lang="en-US" sz="2000" dirty="0" smtClean="0"/>
              <a:t>Special Attack: Piercing Arrow</a:t>
            </a:r>
          </a:p>
          <a:p>
            <a:pPr lvl="1">
              <a:spcBef>
                <a:spcPts val="0"/>
              </a:spcBef>
            </a:pPr>
            <a:r>
              <a:rPr lang="en-US" sz="1600" dirty="0" smtClean="0"/>
              <a:t>Deal more damage and can go through multiple enemies</a:t>
            </a:r>
          </a:p>
          <a:p>
            <a:pPr lvl="1">
              <a:spcBef>
                <a:spcPts val="0"/>
              </a:spcBef>
            </a:pPr>
            <a:r>
              <a:rPr lang="en-US" sz="1600" dirty="0" smtClean="0"/>
              <a:t>Woodsman remains stationary while charging shot, can change direction</a:t>
            </a:r>
          </a:p>
          <a:p>
            <a:r>
              <a:rPr lang="en-US" sz="2000" dirty="0" smtClean="0"/>
              <a:t>Class Ability: Mike the Hawk</a:t>
            </a:r>
          </a:p>
          <a:p>
            <a:pPr lvl="1">
              <a:spcBef>
                <a:spcPts val="0"/>
              </a:spcBef>
            </a:pPr>
            <a:r>
              <a:rPr lang="en-US" sz="1600" dirty="0" smtClean="0"/>
              <a:t>Hawk flies in the direction the Woodsman is facing, and the hawk will attack nearby enemies and move on to other nearby enemies</a:t>
            </a:r>
          </a:p>
          <a:p>
            <a:pPr lvl="1">
              <a:spcBef>
                <a:spcPts val="0"/>
              </a:spcBef>
            </a:pPr>
            <a:r>
              <a:rPr lang="en-US" sz="1600" dirty="0" smtClean="0"/>
              <a:t>Hawk can activate switches and pick up objects it comes into contact with</a:t>
            </a:r>
          </a:p>
          <a:p>
            <a:pPr lvl="1">
              <a:spcBef>
                <a:spcPts val="0"/>
              </a:spcBef>
            </a:pPr>
            <a:r>
              <a:rPr lang="en-US" sz="1600" dirty="0" smtClean="0"/>
              <a:t>Slowly drains stamina over time and returns on Class Ability button press or when stamina becomes empty</a:t>
            </a:r>
          </a:p>
          <a:p>
            <a:r>
              <a:rPr lang="en-US" sz="2000" dirty="0" smtClean="0"/>
              <a:t>Resource: Stamina</a:t>
            </a:r>
          </a:p>
          <a:p>
            <a:pPr lvl="1">
              <a:spcBef>
                <a:spcPts val="0"/>
              </a:spcBef>
            </a:pPr>
            <a:r>
              <a:rPr lang="en-US" sz="1600" dirty="0" smtClean="0"/>
              <a:t>Regenerates over time</a:t>
            </a:r>
          </a:p>
          <a:p>
            <a:pPr lvl="1">
              <a:spcBef>
                <a:spcPts val="0"/>
              </a:spcBef>
            </a:pPr>
            <a:r>
              <a:rPr lang="en-US" sz="1600" dirty="0" smtClean="0"/>
              <a:t>Depletes while hawk is attacking/distracting enemies</a:t>
            </a:r>
          </a:p>
          <a:p>
            <a:r>
              <a:rPr lang="en-US" sz="2000" dirty="0" smtClean="0"/>
              <a:t>Stats:</a:t>
            </a:r>
          </a:p>
          <a:p>
            <a:pPr lvl="1">
              <a:spcBef>
                <a:spcPts val="0"/>
              </a:spcBef>
            </a:pPr>
            <a:r>
              <a:rPr lang="en-US" sz="1600" dirty="0" smtClean="0"/>
              <a:t>Health: B</a:t>
            </a:r>
          </a:p>
          <a:p>
            <a:pPr lvl="1">
              <a:spcBef>
                <a:spcPts val="0"/>
              </a:spcBef>
            </a:pPr>
            <a:r>
              <a:rPr lang="en-US" sz="1600" dirty="0" smtClean="0"/>
              <a:t>Speed: C</a:t>
            </a:r>
          </a:p>
          <a:p>
            <a:pPr lvl="1">
              <a:spcBef>
                <a:spcPts val="0"/>
              </a:spcBef>
            </a:pPr>
            <a:r>
              <a:rPr lang="en-US" sz="1600" dirty="0" smtClean="0"/>
              <a:t>Attack: A</a:t>
            </a:r>
          </a:p>
          <a:p>
            <a:endParaRPr lang="en-US" sz="2400" dirty="0"/>
          </a:p>
        </p:txBody>
      </p:sp>
      <p:sp>
        <p:nvSpPr>
          <p:cNvPr id="2" name="Title 1"/>
          <p:cNvSpPr>
            <a:spLocks noGrp="1"/>
          </p:cNvSpPr>
          <p:nvPr>
            <p:ph type="title"/>
          </p:nvPr>
        </p:nvSpPr>
        <p:spPr>
          <a:xfrm>
            <a:off x="685800" y="228600"/>
            <a:ext cx="7680960" cy="1066800"/>
          </a:xfrm>
        </p:spPr>
        <p:txBody>
          <a:bodyPr/>
          <a:lstStyle/>
          <a:p>
            <a:pPr algn="ctr"/>
            <a:r>
              <a:rPr lang="en-US" dirty="0" smtClean="0"/>
              <a:t>Woodsman</a:t>
            </a:r>
            <a:endParaRPr lang="en-US" dirty="0"/>
          </a:p>
        </p:txBody>
      </p:sp>
    </p:spTree>
    <p:extLst>
      <p:ext uri="{BB962C8B-B14F-4D97-AF65-F5344CB8AC3E}">
        <p14:creationId xmlns:p14="http://schemas.microsoft.com/office/powerpoint/2010/main" val="2529428554"/>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657600" y="2057400"/>
            <a:ext cx="1560603" cy="3717907"/>
          </a:xfrm>
        </p:spPr>
      </p:pic>
      <p:sp>
        <p:nvSpPr>
          <p:cNvPr id="2" name="Title 1"/>
          <p:cNvSpPr>
            <a:spLocks noGrp="1"/>
          </p:cNvSpPr>
          <p:nvPr>
            <p:ph type="title"/>
          </p:nvPr>
        </p:nvSpPr>
        <p:spPr>
          <a:xfrm>
            <a:off x="685800" y="228600"/>
            <a:ext cx="7680960" cy="1066800"/>
          </a:xfrm>
        </p:spPr>
        <p:txBody>
          <a:bodyPr/>
          <a:lstStyle/>
          <a:p>
            <a:pPr algn="ctr"/>
            <a:r>
              <a:rPr lang="en-US" dirty="0" smtClean="0"/>
              <a:t>Woodsman</a:t>
            </a:r>
            <a:endParaRPr lang="en-US" dirty="0"/>
          </a:p>
        </p:txBody>
      </p:sp>
    </p:spTree>
    <p:extLst>
      <p:ext uri="{BB962C8B-B14F-4D97-AF65-F5344CB8AC3E}">
        <p14:creationId xmlns:p14="http://schemas.microsoft.com/office/powerpoint/2010/main" val="3845935494"/>
      </p:ext>
    </p:extLst>
  </p:cSld>
  <p:clrMapOvr>
    <a:masterClrMapping/>
  </p:clrMapOvr>
  <mc:AlternateContent xmlns:mc="http://schemas.openxmlformats.org/markup-compatibility/2006">
    <mc:Choice xmlns:p14="http://schemas.microsoft.com/office/powerpoint/2010/main" Requires="p14">
      <p:transition spd="slow" p14:dur="2000" advClick="0" advTm="30000"/>
    </mc:Choice>
    <mc:Fallback>
      <p:transition spd="slow" advClick="0" advTm="3000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762000" y="2133600"/>
            <a:ext cx="4114800" cy="2743200"/>
          </a:xfrm>
        </p:spPr>
        <p:txBody>
          <a:bodyPr/>
          <a:lstStyle/>
          <a:p>
            <a:pPr marL="0" indent="0">
              <a:buNone/>
            </a:pPr>
            <a:r>
              <a:rPr lang="en-US" dirty="0" smtClean="0"/>
              <a:t>The </a:t>
            </a:r>
            <a:r>
              <a:rPr lang="en-US" dirty="0" smtClean="0"/>
              <a:t>Restless</a:t>
            </a:r>
          </a:p>
          <a:p>
            <a:pPr marL="0" indent="0">
              <a:buNone/>
            </a:pPr>
            <a:r>
              <a:rPr lang="en-US" sz="1600" dirty="0" smtClean="0"/>
              <a:t>Once human, the Restless now occupy the underground dungeons in eternal slumber, controlled by the Restless King.  </a:t>
            </a:r>
            <a:r>
              <a:rPr lang="en-US" sz="1600" dirty="0" smtClean="0"/>
              <a:t>With their lack of sight and hearing,</a:t>
            </a:r>
            <a:r>
              <a:rPr lang="en-US" sz="1600" dirty="0" smtClean="0"/>
              <a:t> they do their best to sense and attack any living being that comes near. Without control of their minds or bodies, they only desire to be put out of their misery to escape their eternal torment.</a:t>
            </a:r>
            <a:endParaRPr lang="en-US" sz="1600" dirty="0" smtClean="0"/>
          </a:p>
        </p:txBody>
      </p:sp>
      <p:sp>
        <p:nvSpPr>
          <p:cNvPr id="2" name="Title 1"/>
          <p:cNvSpPr>
            <a:spLocks noGrp="1"/>
          </p:cNvSpPr>
          <p:nvPr>
            <p:ph type="title"/>
          </p:nvPr>
        </p:nvSpPr>
        <p:spPr>
          <a:xfrm>
            <a:off x="762000" y="228600"/>
            <a:ext cx="7680960" cy="1066800"/>
          </a:xfrm>
        </p:spPr>
        <p:txBody>
          <a:bodyPr/>
          <a:lstStyle/>
          <a:p>
            <a:pPr algn="ctr"/>
            <a:r>
              <a:rPr lang="en-US" dirty="0" smtClean="0"/>
              <a:t>Enemies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1600200"/>
            <a:ext cx="1911003" cy="4572000"/>
          </a:xfrm>
          <a:prstGeom prst="rect">
            <a:avLst/>
          </a:prstGeom>
        </p:spPr>
      </p:pic>
    </p:spTree>
    <p:extLst>
      <p:ext uri="{BB962C8B-B14F-4D97-AF65-F5344CB8AC3E}">
        <p14:creationId xmlns:p14="http://schemas.microsoft.com/office/powerpoint/2010/main" val="2063343106"/>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pPr marL="0" indent="0">
              <a:buNone/>
            </a:pPr>
            <a:r>
              <a:rPr lang="en-US" dirty="0" smtClean="0"/>
              <a:t>The World is split into dungeons</a:t>
            </a:r>
          </a:p>
          <a:p>
            <a:pPr lvl="1"/>
            <a:r>
              <a:rPr lang="en-US" sz="2000" dirty="0" smtClean="0"/>
              <a:t>Dungeons contain 6 to 10 rooms</a:t>
            </a:r>
          </a:p>
          <a:p>
            <a:pPr lvl="1"/>
            <a:r>
              <a:rPr lang="en-US" sz="2000" dirty="0" smtClean="0"/>
              <a:t>The group must complete each room to progress through the dungeon</a:t>
            </a:r>
          </a:p>
          <a:p>
            <a:pPr lvl="1"/>
            <a:r>
              <a:rPr lang="en-US" sz="2000" dirty="0" smtClean="0"/>
              <a:t>Rooms can contain objects such as traps, </a:t>
            </a:r>
            <a:r>
              <a:rPr lang="en-US" sz="2000" dirty="0" err="1" smtClean="0"/>
              <a:t>interactable</a:t>
            </a:r>
            <a:r>
              <a:rPr lang="en-US" sz="2000" dirty="0" smtClean="0"/>
              <a:t> items, switches, enemies, etc.</a:t>
            </a:r>
          </a:p>
          <a:p>
            <a:pPr lvl="1"/>
            <a:r>
              <a:rPr lang="en-US" sz="2000" dirty="0" smtClean="0"/>
              <a:t>The last room will be a special event or a boss room.</a:t>
            </a:r>
            <a:endParaRPr lang="en-US" sz="2000" dirty="0"/>
          </a:p>
        </p:txBody>
      </p:sp>
      <p:sp>
        <p:nvSpPr>
          <p:cNvPr id="2" name="Title 1"/>
          <p:cNvSpPr>
            <a:spLocks noGrp="1"/>
          </p:cNvSpPr>
          <p:nvPr>
            <p:ph type="title"/>
          </p:nvPr>
        </p:nvSpPr>
        <p:spPr>
          <a:xfrm>
            <a:off x="685800" y="228600"/>
            <a:ext cx="7680960" cy="1066800"/>
          </a:xfrm>
        </p:spPr>
        <p:txBody>
          <a:bodyPr/>
          <a:lstStyle/>
          <a:p>
            <a:pPr algn="ctr"/>
            <a:r>
              <a:rPr lang="en-US" dirty="0" smtClean="0"/>
              <a:t>World</a:t>
            </a:r>
            <a:endParaRPr lang="en-US" dirty="0"/>
          </a:p>
        </p:txBody>
      </p:sp>
    </p:spTree>
    <p:extLst>
      <p:ext uri="{BB962C8B-B14F-4D97-AF65-F5344CB8AC3E}">
        <p14:creationId xmlns:p14="http://schemas.microsoft.com/office/powerpoint/2010/main" val="1848575671"/>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r>
              <a:rPr lang="en-US" dirty="0" smtClean="0"/>
              <a:t>Horde Room</a:t>
            </a:r>
          </a:p>
          <a:p>
            <a:pPr lvl="1"/>
            <a:r>
              <a:rPr lang="en-US" sz="1600" dirty="0" smtClean="0"/>
              <a:t>The group kills large waves of enemies until none remain, then can progress</a:t>
            </a:r>
          </a:p>
          <a:p>
            <a:r>
              <a:rPr lang="en-US" dirty="0" smtClean="0"/>
              <a:t>Reaction Room</a:t>
            </a:r>
          </a:p>
          <a:p>
            <a:pPr lvl="1"/>
            <a:r>
              <a:rPr lang="en-US" sz="1600" dirty="0" smtClean="0"/>
              <a:t>The group rushes to progress through the room while being pushed by a lethal force</a:t>
            </a:r>
          </a:p>
          <a:p>
            <a:r>
              <a:rPr lang="en-US" dirty="0" smtClean="0"/>
              <a:t>Puzzle Room</a:t>
            </a:r>
          </a:p>
          <a:p>
            <a:pPr lvl="1"/>
            <a:r>
              <a:rPr lang="en-US" sz="1600" dirty="0" smtClean="0"/>
              <a:t>The group must combine their unique abilities to complete puzzles to progress</a:t>
            </a:r>
          </a:p>
          <a:p>
            <a:r>
              <a:rPr lang="en-US" dirty="0" smtClean="0"/>
              <a:t>Boss Room</a:t>
            </a:r>
          </a:p>
          <a:p>
            <a:pPr lvl="1"/>
            <a:r>
              <a:rPr lang="en-US" sz="1600" dirty="0" smtClean="0"/>
              <a:t>The group must defeat a powerful and difficult enemy using skill and cunning</a:t>
            </a:r>
            <a:endParaRPr lang="en-US" sz="1600" dirty="0"/>
          </a:p>
        </p:txBody>
      </p:sp>
      <p:sp>
        <p:nvSpPr>
          <p:cNvPr id="2" name="Title 1"/>
          <p:cNvSpPr>
            <a:spLocks noGrp="1"/>
          </p:cNvSpPr>
          <p:nvPr>
            <p:ph type="title"/>
          </p:nvPr>
        </p:nvSpPr>
        <p:spPr>
          <a:xfrm>
            <a:off x="685800" y="228600"/>
            <a:ext cx="7680960" cy="1066800"/>
          </a:xfrm>
        </p:spPr>
        <p:txBody>
          <a:bodyPr/>
          <a:lstStyle/>
          <a:p>
            <a:pPr algn="ctr"/>
            <a:r>
              <a:rPr lang="en-US" dirty="0" smtClean="0"/>
              <a:t>Rooms</a:t>
            </a:r>
            <a:endParaRPr lang="en-US" dirty="0"/>
          </a:p>
        </p:txBody>
      </p:sp>
    </p:spTree>
    <p:extLst>
      <p:ext uri="{BB962C8B-B14F-4D97-AF65-F5344CB8AC3E}">
        <p14:creationId xmlns:p14="http://schemas.microsoft.com/office/powerpoint/2010/main" val="3989260953"/>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3754" y="228600"/>
            <a:ext cx="7680960" cy="1066800"/>
          </a:xfrm>
        </p:spPr>
        <p:txBody>
          <a:bodyPr/>
          <a:lstStyle/>
          <a:p>
            <a:pPr algn="ctr"/>
            <a:r>
              <a:rPr lang="en-US" dirty="0" smtClean="0"/>
              <a:t>Room Designs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305" b="1305"/>
          <a:stretch/>
        </p:blipFill>
        <p:spPr>
          <a:xfrm>
            <a:off x="609600" y="1981200"/>
            <a:ext cx="3581400" cy="3577409"/>
          </a:xfrm>
          <a:prstGeom prst="rect">
            <a:avLst/>
          </a:prstGeom>
        </p:spPr>
      </p:pic>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724400" y="1981200"/>
            <a:ext cx="3673631" cy="3577409"/>
          </a:xfrm>
          <a:prstGeom prst="rect">
            <a:avLst/>
          </a:prstGeom>
        </p:spPr>
      </p:pic>
    </p:spTree>
    <p:extLst>
      <p:ext uri="{BB962C8B-B14F-4D97-AF65-F5344CB8AC3E}">
        <p14:creationId xmlns:p14="http://schemas.microsoft.com/office/powerpoint/2010/main" val="948016379"/>
      </p:ext>
    </p:extLst>
  </p:cSld>
  <p:clrMapOvr>
    <a:masterClrMapping/>
  </p:clrMapOvr>
  <mc:AlternateContent xmlns:mc="http://schemas.openxmlformats.org/markup-compatibility/2006">
    <mc:Choice xmlns:p14="http://schemas.microsoft.com/office/powerpoint/2010/main" Requires="p14">
      <p:transition spd="slow" p14:dur="2000" advClick="0" advTm="40000"/>
    </mc:Choice>
    <mc:Fallback>
      <p:transition spd="slow" advClick="0" advTm="4000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1600200"/>
            <a:ext cx="3810000" cy="4525963"/>
          </a:xfrm>
        </p:spPr>
        <p:txBody>
          <a:bodyPr>
            <a:normAutofit fontScale="85000" lnSpcReduction="20000"/>
          </a:bodyPr>
          <a:lstStyle/>
          <a:p>
            <a:pPr marL="0" indent="0">
              <a:buNone/>
            </a:pPr>
            <a:r>
              <a:rPr lang="en-US" dirty="0" smtClean="0"/>
              <a:t>Programmers:</a:t>
            </a:r>
          </a:p>
          <a:p>
            <a:pPr marL="285750" indent="-285750">
              <a:buFont typeface="Arial" panose="020B0604020202020204" pitchFamily="34" charset="0"/>
              <a:buChar char="•"/>
            </a:pPr>
            <a:r>
              <a:rPr lang="en-US" sz="1600" dirty="0" smtClean="0"/>
              <a:t>Jason Ashworth</a:t>
            </a:r>
          </a:p>
          <a:p>
            <a:pPr marL="285750" indent="-285750">
              <a:buFont typeface="Arial" panose="020B0604020202020204" pitchFamily="34" charset="0"/>
              <a:buChar char="•"/>
            </a:pPr>
            <a:r>
              <a:rPr lang="en-US" sz="1600" dirty="0" smtClean="0"/>
              <a:t>Jared Bishop</a:t>
            </a:r>
          </a:p>
          <a:p>
            <a:pPr marL="285750" indent="-285750">
              <a:buFont typeface="Arial" panose="020B0604020202020204" pitchFamily="34" charset="0"/>
              <a:buChar char="•"/>
            </a:pPr>
            <a:r>
              <a:rPr lang="en-US" sz="1600" dirty="0" smtClean="0"/>
              <a:t>Corey Cooper</a:t>
            </a:r>
          </a:p>
          <a:p>
            <a:pPr marL="285750" indent="-285750">
              <a:buFont typeface="Arial" panose="020B0604020202020204" pitchFamily="34" charset="0"/>
              <a:buChar char="•"/>
            </a:pPr>
            <a:r>
              <a:rPr lang="en-US" sz="1600" dirty="0" smtClean="0"/>
              <a:t>Cody </a:t>
            </a:r>
            <a:r>
              <a:rPr lang="en-US" sz="1600" dirty="0" err="1" smtClean="0"/>
              <a:t>Greenoe</a:t>
            </a:r>
            <a:endParaRPr lang="en-US" sz="1600" dirty="0" smtClean="0"/>
          </a:p>
          <a:p>
            <a:pPr marL="285750" indent="-285750">
              <a:buFont typeface="Arial" panose="020B0604020202020204" pitchFamily="34" charset="0"/>
              <a:buChar char="•"/>
            </a:pPr>
            <a:r>
              <a:rPr lang="en-US" sz="1600" dirty="0" smtClean="0"/>
              <a:t>Geoffrey Hall</a:t>
            </a:r>
          </a:p>
          <a:p>
            <a:pPr marL="285750" indent="-285750">
              <a:buFont typeface="Arial" panose="020B0604020202020204" pitchFamily="34" charset="0"/>
              <a:buChar char="•"/>
            </a:pPr>
            <a:r>
              <a:rPr lang="en-US" sz="1600" dirty="0" smtClean="0"/>
              <a:t>James Jackson</a:t>
            </a:r>
          </a:p>
          <a:p>
            <a:pPr marL="285750" indent="-285750">
              <a:buFont typeface="Arial" panose="020B0604020202020204" pitchFamily="34" charset="0"/>
              <a:buChar char="•"/>
            </a:pPr>
            <a:r>
              <a:rPr lang="en-US" sz="1600" dirty="0" smtClean="0"/>
              <a:t>Jordan Johnson</a:t>
            </a:r>
          </a:p>
          <a:p>
            <a:pPr marL="285750" indent="-285750">
              <a:buFont typeface="Arial" panose="020B0604020202020204" pitchFamily="34" charset="0"/>
              <a:buChar char="•"/>
            </a:pPr>
            <a:r>
              <a:rPr lang="en-US" sz="1600" dirty="0" smtClean="0"/>
              <a:t>Nick Linton</a:t>
            </a:r>
          </a:p>
          <a:p>
            <a:pPr marL="285750" indent="-285750">
              <a:buFont typeface="Arial" panose="020B0604020202020204" pitchFamily="34" charset="0"/>
              <a:buChar char="•"/>
            </a:pPr>
            <a:r>
              <a:rPr lang="en-US" sz="1600" dirty="0" smtClean="0"/>
              <a:t>Cameron </a:t>
            </a:r>
            <a:r>
              <a:rPr lang="en-US" sz="1600" dirty="0" err="1" smtClean="0"/>
              <a:t>Schuette</a:t>
            </a:r>
            <a:endParaRPr lang="en-US" sz="1600" dirty="0" smtClean="0"/>
          </a:p>
          <a:p>
            <a:pPr marL="285750" indent="-285750">
              <a:buFont typeface="Arial" panose="020B0604020202020204" pitchFamily="34" charset="0"/>
              <a:buChar char="•"/>
            </a:pPr>
            <a:r>
              <a:rPr lang="en-US" sz="1600" dirty="0" smtClean="0"/>
              <a:t>Clinton Sexton</a:t>
            </a:r>
          </a:p>
          <a:p>
            <a:pPr marL="285750" indent="-285750">
              <a:buFont typeface="Arial" panose="020B0604020202020204" pitchFamily="34" charset="0"/>
              <a:buChar char="•"/>
            </a:pPr>
            <a:r>
              <a:rPr lang="en-US" sz="1600" dirty="0" smtClean="0"/>
              <a:t>Mark Strickland</a:t>
            </a:r>
          </a:p>
          <a:p>
            <a:pPr marL="285750" indent="-285750">
              <a:buFont typeface="Arial" panose="020B0604020202020204" pitchFamily="34" charset="0"/>
              <a:buChar char="•"/>
            </a:pPr>
            <a:r>
              <a:rPr lang="en-US" sz="1600" dirty="0" err="1" smtClean="0"/>
              <a:t>Vinny</a:t>
            </a:r>
            <a:r>
              <a:rPr lang="en-US" sz="1600" dirty="0" smtClean="0"/>
              <a:t> Vencill</a:t>
            </a:r>
          </a:p>
          <a:p>
            <a:pPr marL="285750" indent="-285750">
              <a:buFont typeface="Arial" panose="020B0604020202020204" pitchFamily="34" charset="0"/>
              <a:buChar char="•"/>
            </a:pPr>
            <a:r>
              <a:rPr lang="en-US" sz="1600" dirty="0" smtClean="0"/>
              <a:t>John Wilson</a:t>
            </a:r>
            <a:endParaRPr lang="en-US" sz="1600" dirty="0"/>
          </a:p>
        </p:txBody>
      </p:sp>
      <p:sp>
        <p:nvSpPr>
          <p:cNvPr id="2" name="Title 1"/>
          <p:cNvSpPr>
            <a:spLocks noGrp="1"/>
          </p:cNvSpPr>
          <p:nvPr>
            <p:ph type="title"/>
          </p:nvPr>
        </p:nvSpPr>
        <p:spPr>
          <a:xfrm>
            <a:off x="685800" y="228600"/>
            <a:ext cx="7680960" cy="1066800"/>
          </a:xfrm>
        </p:spPr>
        <p:txBody>
          <a:bodyPr/>
          <a:lstStyle/>
          <a:p>
            <a:pPr algn="ctr"/>
            <a:r>
              <a:rPr lang="en-US" dirty="0" smtClean="0"/>
              <a:t>Project Members</a:t>
            </a:r>
            <a:endParaRPr lang="en-US" dirty="0"/>
          </a:p>
        </p:txBody>
      </p:sp>
      <p:sp>
        <p:nvSpPr>
          <p:cNvPr id="4" name="Content Placeholder 2"/>
          <p:cNvSpPr txBox="1">
            <a:spLocks/>
          </p:cNvSpPr>
          <p:nvPr/>
        </p:nvSpPr>
        <p:spPr>
          <a:xfrm>
            <a:off x="4572000" y="1600200"/>
            <a:ext cx="4114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smtClean="0"/>
              <a:t>Artists:</a:t>
            </a:r>
          </a:p>
          <a:p>
            <a:r>
              <a:rPr lang="en-US" sz="1600" dirty="0" smtClean="0"/>
              <a:t>Farrah Allen</a:t>
            </a:r>
          </a:p>
          <a:p>
            <a:r>
              <a:rPr lang="en-US" sz="1600" dirty="0" smtClean="0"/>
              <a:t>Alexander </a:t>
            </a:r>
            <a:r>
              <a:rPr lang="en-US" sz="1600" dirty="0" err="1" smtClean="0"/>
              <a:t>Ashie</a:t>
            </a:r>
            <a:endParaRPr lang="en-US" sz="1600" dirty="0" smtClean="0"/>
          </a:p>
          <a:p>
            <a:r>
              <a:rPr lang="en-US" sz="1600" dirty="0" err="1" smtClean="0"/>
              <a:t>Levonne</a:t>
            </a:r>
            <a:r>
              <a:rPr lang="en-US" sz="1600" dirty="0" smtClean="0"/>
              <a:t> Bolton</a:t>
            </a:r>
          </a:p>
          <a:p>
            <a:r>
              <a:rPr lang="en-US" sz="1600" dirty="0" smtClean="0"/>
              <a:t>Christopher </a:t>
            </a:r>
            <a:r>
              <a:rPr lang="en-US" sz="1600" dirty="0" err="1" smtClean="0"/>
              <a:t>McAlpine</a:t>
            </a:r>
            <a:endParaRPr lang="en-US" sz="1600" dirty="0" smtClean="0"/>
          </a:p>
          <a:p>
            <a:r>
              <a:rPr lang="en-US" sz="1600" dirty="0" smtClean="0"/>
              <a:t>Paige </a:t>
            </a:r>
            <a:r>
              <a:rPr lang="en-US" sz="1600" dirty="0" err="1" smtClean="0"/>
              <a:t>Nissel</a:t>
            </a:r>
            <a:endParaRPr lang="en-US" sz="1600" dirty="0" smtClean="0"/>
          </a:p>
          <a:p>
            <a:r>
              <a:rPr lang="en-US" sz="1600" dirty="0" smtClean="0"/>
              <a:t>Jason </a:t>
            </a:r>
            <a:r>
              <a:rPr lang="en-US" sz="1600" dirty="0" err="1" smtClean="0"/>
              <a:t>Pustulka</a:t>
            </a:r>
            <a:endParaRPr lang="en-US" sz="1600" dirty="0" smtClean="0"/>
          </a:p>
          <a:p>
            <a:r>
              <a:rPr lang="en-US" sz="1600" dirty="0" smtClean="0"/>
              <a:t>Drew Robbins</a:t>
            </a:r>
          </a:p>
          <a:p>
            <a:r>
              <a:rPr lang="en-US" sz="1600" dirty="0" smtClean="0"/>
              <a:t>Dan </a:t>
            </a:r>
            <a:r>
              <a:rPr lang="en-US" sz="1600" dirty="0" err="1" smtClean="0"/>
              <a:t>Slutz</a:t>
            </a:r>
            <a:endParaRPr lang="en-US" sz="1600" dirty="0" smtClean="0"/>
          </a:p>
          <a:p>
            <a:r>
              <a:rPr lang="en-US" sz="1600" dirty="0" smtClean="0"/>
              <a:t>Frank Sanders</a:t>
            </a:r>
          </a:p>
        </p:txBody>
      </p:sp>
    </p:spTree>
    <p:extLst>
      <p:ext uri="{BB962C8B-B14F-4D97-AF65-F5344CB8AC3E}">
        <p14:creationId xmlns:p14="http://schemas.microsoft.com/office/powerpoint/2010/main" val="795915861"/>
      </p:ext>
    </p:extLst>
  </p:cSld>
  <p:clrMapOvr>
    <a:masterClrMapping/>
  </p:clrMapOvr>
  <mc:AlternateContent xmlns:mc="http://schemas.openxmlformats.org/markup-compatibility/2006">
    <mc:Choice xmlns:p14="http://schemas.microsoft.com/office/powerpoint/2010/main" Requires="p14">
      <p:transition spd="slow" p14:dur="2000" advClick="0" advTm="60000"/>
    </mc:Choice>
    <mc:Fallback>
      <p:transition spd="slow" advClick="0" advTm="60000"/>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lar">
  <a:themeElements>
    <a:clrScheme name="Mylar">
      <a:dk1>
        <a:srgbClr val="000000"/>
      </a:dk1>
      <a:lt1>
        <a:srgbClr val="FFFFFF"/>
      </a:lt1>
      <a:dk2>
        <a:srgbClr val="656162"/>
      </a:dk2>
      <a:lt2>
        <a:srgbClr val="E0DACC"/>
      </a:lt2>
      <a:accent1>
        <a:srgbClr val="4A5A7A"/>
      </a:accent1>
      <a:accent2>
        <a:srgbClr val="F7BD40"/>
      </a:accent2>
      <a:accent3>
        <a:srgbClr val="975C00"/>
      </a:accent3>
      <a:accent4>
        <a:srgbClr val="754D41"/>
      </a:accent4>
      <a:accent5>
        <a:srgbClr val="838995"/>
      </a:accent5>
      <a:accent6>
        <a:srgbClr val="687B66"/>
      </a:accent6>
      <a:hlink>
        <a:srgbClr val="B5740B"/>
      </a:hlink>
      <a:folHlink>
        <a:srgbClr val="7483A0"/>
      </a:folHlink>
    </a:clrScheme>
    <a:fontScheme name="Mylar">
      <a:maj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맑은 고딕"/>
        <a:font script="Hans" typeface="华文楷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ylar">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effectStyle>
        <a:effectStyle>
          <a:effectLst>
            <a:innerShdw blurRad="50800" dist="25400" dir="13500000">
              <a:srgbClr val="000000">
                <a:alpha val="75000"/>
              </a:srgbClr>
            </a:innerShdw>
            <a:outerShdw blurRad="50800" dist="25400" dir="5400000" rotWithShape="0">
              <a:srgbClr val="000000">
                <a:alpha val="50000"/>
              </a:srgbClr>
            </a:outerShdw>
          </a:effectLst>
          <a:scene3d>
            <a:camera prst="orthographicFront">
              <a:rot lat="0" lon="0" rev="0"/>
            </a:camera>
            <a:lightRig rig="threePt" dir="tl"/>
          </a:scene3d>
          <a:sp3d prstMaterial="dkEdge">
            <a:bevelT w="25400" h="508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tint val="100000"/>
                <a:shade val="30000"/>
                <a:alpha val="100000"/>
                <a:satMod val="255000"/>
                <a:lumMod val="100000"/>
              </a:schemeClr>
            </a:gs>
          </a:gsLst>
          <a:path path="circle">
            <a:fillToRect l="50000" t="-80000" r="50000" b="180000"/>
          </a:path>
        </a:gradFill>
        <a:blipFill rotWithShape="1">
          <a:blip xmlns:r="http://schemas.openxmlformats.org/officeDocument/2006/relationships" r:embed="rId1">
            <a:duotone>
              <a:schemeClr val="phClr">
                <a:lumMod val="80000"/>
              </a:schemeClr>
              <a:schemeClr val="phClr">
                <a:tint val="50000"/>
                <a:lumMod val="15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TC101790491[[fn=Mylar]]</Template>
  <TotalTime>284</TotalTime>
  <Words>785</Words>
  <Application>Microsoft Office PowerPoint</Application>
  <PresentationFormat>On-screen Show (4:3)</PresentationFormat>
  <Paragraphs>130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Mylar</vt:lpstr>
      <vt:lpstr>Raid of the Restless</vt:lpstr>
      <vt:lpstr>PowerPoint Presentation</vt:lpstr>
      <vt:lpstr>Characters</vt:lpstr>
      <vt:lpstr>Warrior</vt:lpstr>
      <vt:lpstr>Warrior</vt:lpstr>
      <vt:lpstr>Sorceress</vt:lpstr>
      <vt:lpstr>Sorceress</vt:lpstr>
      <vt:lpstr>Rogue</vt:lpstr>
      <vt:lpstr>Rogue</vt:lpstr>
      <vt:lpstr>Woodsman</vt:lpstr>
      <vt:lpstr>Woodsman</vt:lpstr>
      <vt:lpstr>Enemies</vt:lpstr>
      <vt:lpstr>World</vt:lpstr>
      <vt:lpstr>Rooms</vt:lpstr>
      <vt:lpstr>Room Designs</vt:lpstr>
      <vt:lpstr>Project Members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dc:creator>
  <cp:lastModifiedBy>Alexander Ashie</cp:lastModifiedBy>
  <cp:revision>29</cp:revision>
  <dcterms:created xsi:type="dcterms:W3CDTF">2014-11-07T00:05:41Z</dcterms:created>
  <dcterms:modified xsi:type="dcterms:W3CDTF">2014-11-07T04:56:59Z</dcterms:modified>
</cp:coreProperties>
</file>